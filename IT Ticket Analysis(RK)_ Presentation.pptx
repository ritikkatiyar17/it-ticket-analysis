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1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5CB32B-E3CD-456A-AAE5-E45DC9441D22}" v="167" dt="2026-03-06T14:45:19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89020" autoAdjust="0"/>
  </p:normalViewPr>
  <p:slideViewPr>
    <p:cSldViewPr snapToGrid="0">
      <p:cViewPr varScale="1">
        <p:scale>
          <a:sx n="73" d="100"/>
          <a:sy n="73" d="100"/>
        </p:scale>
        <p:origin x="9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ik katiyar" userId="f25b9d231841d999" providerId="LiveId" clId="{087F0F9C-4E32-4950-AE69-4ACB69223A90}"/>
    <pc:docChg chg="undo redo custSel addSld delSld modSld sldOrd">
      <pc:chgData name="Ritik katiyar" userId="f25b9d231841d999" providerId="LiveId" clId="{087F0F9C-4E32-4950-AE69-4ACB69223A90}" dt="2026-03-06T15:25:41.204" v="11697" actId="47"/>
      <pc:docMkLst>
        <pc:docMk/>
      </pc:docMkLst>
      <pc:sldChg chg="modSp mod ord">
        <pc:chgData name="Ritik katiyar" userId="f25b9d231841d999" providerId="LiveId" clId="{087F0F9C-4E32-4950-AE69-4ACB69223A90}" dt="2026-03-06T14:26:26.324" v="11317" actId="255"/>
        <pc:sldMkLst>
          <pc:docMk/>
          <pc:sldMk cId="464893577" sldId="256"/>
        </pc:sldMkLst>
        <pc:spChg chg="mod">
          <ac:chgData name="Ritik katiyar" userId="f25b9d231841d999" providerId="LiveId" clId="{087F0F9C-4E32-4950-AE69-4ACB69223A90}" dt="2026-03-06T14:26:14.250" v="11316" actId="122"/>
          <ac:spMkLst>
            <pc:docMk/>
            <pc:sldMk cId="464893577" sldId="256"/>
            <ac:spMk id="2" creationId="{686605A7-BA9E-5CEF-F648-A19C30F7298E}"/>
          </ac:spMkLst>
        </pc:spChg>
        <pc:spChg chg="mod">
          <ac:chgData name="Ritik katiyar" userId="f25b9d231841d999" providerId="LiveId" clId="{087F0F9C-4E32-4950-AE69-4ACB69223A90}" dt="2026-03-06T14:26:26.324" v="11317" actId="255"/>
          <ac:spMkLst>
            <pc:docMk/>
            <pc:sldMk cId="464893577" sldId="256"/>
            <ac:spMk id="3" creationId="{4E47053D-E9AF-05B2-8D5F-1697F0002C05}"/>
          </ac:spMkLst>
        </pc:spChg>
        <pc:picChg chg="mod">
          <ac:chgData name="Ritik katiyar" userId="f25b9d231841d999" providerId="LiveId" clId="{087F0F9C-4E32-4950-AE69-4ACB69223A90}" dt="2026-03-06T14:26:07.231" v="11313" actId="14100"/>
          <ac:picMkLst>
            <pc:docMk/>
            <pc:sldMk cId="464893577" sldId="256"/>
            <ac:picMk id="9" creationId="{689F95CB-F8BC-471D-431E-28123F6BBE48}"/>
          </ac:picMkLst>
        </pc:picChg>
      </pc:sldChg>
      <pc:sldChg chg="addSp modSp new mod ord">
        <pc:chgData name="Ritik katiyar" userId="f25b9d231841d999" providerId="LiveId" clId="{087F0F9C-4E32-4950-AE69-4ACB69223A90}" dt="2026-03-06T15:07:20.659" v="11673"/>
        <pc:sldMkLst>
          <pc:docMk/>
          <pc:sldMk cId="1499451776" sldId="257"/>
        </pc:sldMkLst>
        <pc:spChg chg="mod">
          <ac:chgData name="Ritik katiyar" userId="f25b9d231841d999" providerId="LiveId" clId="{087F0F9C-4E32-4950-AE69-4ACB69223A90}" dt="2026-03-06T14:52:03.823" v="11626" actId="207"/>
          <ac:spMkLst>
            <pc:docMk/>
            <pc:sldMk cId="1499451776" sldId="257"/>
            <ac:spMk id="2" creationId="{1CD184C0-C671-BDBC-180D-6ACDD1017CFA}"/>
          </ac:spMkLst>
        </pc:spChg>
        <pc:spChg chg="mod">
          <ac:chgData name="Ritik katiyar" userId="f25b9d231841d999" providerId="LiveId" clId="{087F0F9C-4E32-4950-AE69-4ACB69223A90}" dt="2026-03-06T14:43:27.276" v="11595" actId="14100"/>
          <ac:spMkLst>
            <pc:docMk/>
            <pc:sldMk cId="1499451776" sldId="257"/>
            <ac:spMk id="3" creationId="{1D44CBFD-0271-B3F8-10A8-54EA860C9E70}"/>
          </ac:spMkLst>
        </pc:spChg>
        <pc:picChg chg="add mod">
          <ac:chgData name="Ritik katiyar" userId="f25b9d231841d999" providerId="LiveId" clId="{087F0F9C-4E32-4950-AE69-4ACB69223A90}" dt="2026-03-06T14:43:41.276" v="11598" actId="14100"/>
          <ac:picMkLst>
            <pc:docMk/>
            <pc:sldMk cId="1499451776" sldId="257"/>
            <ac:picMk id="5" creationId="{3F00C1F9-89E7-65D8-83EF-68FBA906C567}"/>
          </ac:picMkLst>
        </pc:picChg>
      </pc:sldChg>
      <pc:sldChg chg="addSp modSp new add del mod ord modTransition">
        <pc:chgData name="Ritik katiyar" userId="f25b9d231841d999" providerId="LiveId" clId="{087F0F9C-4E32-4950-AE69-4ACB69223A90}" dt="2026-03-06T15:25:35.552" v="11690" actId="47"/>
        <pc:sldMkLst>
          <pc:docMk/>
          <pc:sldMk cId="1933378564" sldId="258"/>
        </pc:sldMkLst>
        <pc:spChg chg="mod">
          <ac:chgData name="Ritik katiyar" userId="f25b9d231841d999" providerId="LiveId" clId="{087F0F9C-4E32-4950-AE69-4ACB69223A90}" dt="2026-03-06T14:52:14.108" v="11628" actId="207"/>
          <ac:spMkLst>
            <pc:docMk/>
            <pc:sldMk cId="1933378564" sldId="258"/>
            <ac:spMk id="2" creationId="{DC919573-4044-C917-0D36-F909E06440B9}"/>
          </ac:spMkLst>
        </pc:spChg>
        <pc:spChg chg="mod">
          <ac:chgData name="Ritik katiyar" userId="f25b9d231841d999" providerId="LiveId" clId="{087F0F9C-4E32-4950-AE69-4ACB69223A90}" dt="2026-03-06T14:42:02.461" v="11586" actId="1076"/>
          <ac:spMkLst>
            <pc:docMk/>
            <pc:sldMk cId="1933378564" sldId="258"/>
            <ac:spMk id="3" creationId="{8893FDB0-75FC-9CB2-A695-EE0CF1BB7501}"/>
          </ac:spMkLst>
        </pc:spChg>
        <pc:picChg chg="add mod">
          <ac:chgData name="Ritik katiyar" userId="f25b9d231841d999" providerId="LiveId" clId="{087F0F9C-4E32-4950-AE69-4ACB69223A90}" dt="2026-03-06T14:42:37.562" v="11591" actId="27349"/>
          <ac:picMkLst>
            <pc:docMk/>
            <pc:sldMk cId="1933378564" sldId="258"/>
            <ac:picMk id="5" creationId="{BA4CBD51-1ABE-50E9-6D6A-1B0439579C94}"/>
          </ac:picMkLst>
        </pc:picChg>
      </pc:sldChg>
      <pc:sldChg chg="addSp modSp new add del mod">
        <pc:chgData name="Ritik katiyar" userId="f25b9d231841d999" providerId="LiveId" clId="{087F0F9C-4E32-4950-AE69-4ACB69223A90}" dt="2026-03-06T15:25:36.436" v="11691" actId="47"/>
        <pc:sldMkLst>
          <pc:docMk/>
          <pc:sldMk cId="1875317767" sldId="259"/>
        </pc:sldMkLst>
        <pc:spChg chg="mod">
          <ac:chgData name="Ritik katiyar" userId="f25b9d231841d999" providerId="LiveId" clId="{087F0F9C-4E32-4950-AE69-4ACB69223A90}" dt="2026-03-06T14:52:21.510" v="11629" actId="207"/>
          <ac:spMkLst>
            <pc:docMk/>
            <pc:sldMk cId="1875317767" sldId="259"/>
            <ac:spMk id="2" creationId="{3D8A07CB-3210-3684-302D-18E0F6A8A5C8}"/>
          </ac:spMkLst>
        </pc:spChg>
        <pc:spChg chg="mod">
          <ac:chgData name="Ritik katiyar" userId="f25b9d231841d999" providerId="LiveId" clId="{087F0F9C-4E32-4950-AE69-4ACB69223A90}" dt="2026-03-06T14:44:27.265" v="11603" actId="14100"/>
          <ac:spMkLst>
            <pc:docMk/>
            <pc:sldMk cId="1875317767" sldId="259"/>
            <ac:spMk id="3" creationId="{D53D5B6E-5936-5E83-9601-5AA5AC66105F}"/>
          </ac:spMkLst>
        </pc:spChg>
        <pc:picChg chg="add mod">
          <ac:chgData name="Ritik katiyar" userId="f25b9d231841d999" providerId="LiveId" clId="{087F0F9C-4E32-4950-AE69-4ACB69223A90}" dt="2026-03-06T14:44:57.452" v="11607" actId="14100"/>
          <ac:picMkLst>
            <pc:docMk/>
            <pc:sldMk cId="1875317767" sldId="259"/>
            <ac:picMk id="5" creationId="{86F67716-C32B-D972-B72D-C5A54EEEED7A}"/>
          </ac:picMkLst>
        </pc:picChg>
      </pc:sldChg>
      <pc:sldChg chg="addSp delSp modSp new add del mod modClrScheme chgLayout">
        <pc:chgData name="Ritik katiyar" userId="f25b9d231841d999" providerId="LiveId" clId="{087F0F9C-4E32-4950-AE69-4ACB69223A90}" dt="2026-03-06T15:25:38.330" v="11693" actId="47"/>
        <pc:sldMkLst>
          <pc:docMk/>
          <pc:sldMk cId="4213229852" sldId="260"/>
        </pc:sldMkLst>
        <pc:spChg chg="add del mod">
          <ac:chgData name="Ritik katiyar" userId="f25b9d231841d999" providerId="LiveId" clId="{087F0F9C-4E32-4950-AE69-4ACB69223A90}" dt="2026-03-06T09:16:14.711" v="10619" actId="931"/>
          <ac:spMkLst>
            <pc:docMk/>
            <pc:sldMk cId="4213229852" sldId="260"/>
            <ac:spMk id="3" creationId="{66302446-B3FE-0C2E-79B8-D9CCB3B339E3}"/>
          </ac:spMkLst>
        </pc:spChg>
        <pc:spChg chg="add del mod">
          <ac:chgData name="Ritik katiyar" userId="f25b9d231841d999" providerId="LiveId" clId="{087F0F9C-4E32-4950-AE69-4ACB69223A90}" dt="2026-03-06T14:01:59.048" v="11078" actId="931"/>
          <ac:spMkLst>
            <pc:docMk/>
            <pc:sldMk cId="4213229852" sldId="260"/>
            <ac:spMk id="3" creationId="{BA19DF71-69B5-002F-9704-57434A067B99}"/>
          </ac:spMkLst>
        </pc:spChg>
        <pc:spChg chg="add mod ord">
          <ac:chgData name="Ritik katiyar" userId="f25b9d231841d999" providerId="LiveId" clId="{087F0F9C-4E32-4950-AE69-4ACB69223A90}" dt="2026-03-06T14:52:44.763" v="11632" actId="20577"/>
          <ac:spMkLst>
            <pc:docMk/>
            <pc:sldMk cId="4213229852" sldId="260"/>
            <ac:spMk id="4" creationId="{54647051-EA38-164C-7A5D-2413830B0A38}"/>
          </ac:spMkLst>
        </pc:spChg>
        <pc:spChg chg="add mod ord">
          <ac:chgData name="Ritik katiyar" userId="f25b9d231841d999" providerId="LiveId" clId="{087F0F9C-4E32-4950-AE69-4ACB69223A90}" dt="2026-03-06T14:07:34.030" v="11103" actId="113"/>
          <ac:spMkLst>
            <pc:docMk/>
            <pc:sldMk cId="4213229852" sldId="260"/>
            <ac:spMk id="6" creationId="{B3BA9F74-1C0C-E1F4-63D2-798DAFFC5CD9}"/>
          </ac:spMkLst>
        </pc:spChg>
        <pc:picChg chg="add mod ord">
          <ac:chgData name="Ritik katiyar" userId="f25b9d231841d999" providerId="LiveId" clId="{087F0F9C-4E32-4950-AE69-4ACB69223A90}" dt="2026-03-06T14:04:53.339" v="11093" actId="14100"/>
          <ac:picMkLst>
            <pc:docMk/>
            <pc:sldMk cId="4213229852" sldId="260"/>
            <ac:picMk id="7" creationId="{0DF17D5C-0261-755D-6B57-1C2DDD922D65}"/>
          </ac:picMkLst>
        </pc:picChg>
        <pc:picChg chg="add del mod ord">
          <ac:chgData name="Ritik katiyar" userId="f25b9d231841d999" providerId="LiveId" clId="{087F0F9C-4E32-4950-AE69-4ACB69223A90}" dt="2026-03-06T08:52:01.566" v="10481" actId="21"/>
          <ac:picMkLst>
            <pc:docMk/>
            <pc:sldMk cId="4213229852" sldId="260"/>
            <ac:picMk id="7" creationId="{1E5696A1-8673-8FC9-EC8C-9B6B0B8C6205}"/>
          </ac:picMkLst>
        </pc:picChg>
        <pc:picChg chg="add del mod ord">
          <ac:chgData name="Ritik katiyar" userId="f25b9d231841d999" providerId="LiveId" clId="{087F0F9C-4E32-4950-AE69-4ACB69223A90}" dt="2026-03-06T14:01:49.104" v="11077" actId="21"/>
          <ac:picMkLst>
            <pc:docMk/>
            <pc:sldMk cId="4213229852" sldId="260"/>
            <ac:picMk id="8" creationId="{0C81D33C-C002-66BF-5825-3A5318FDED6E}"/>
          </ac:picMkLst>
        </pc:picChg>
      </pc:sldChg>
      <pc:sldChg chg="addSp delSp modSp new add del mod">
        <pc:chgData name="Ritik katiyar" userId="f25b9d231841d999" providerId="LiveId" clId="{087F0F9C-4E32-4950-AE69-4ACB69223A90}" dt="2026-03-06T15:25:39.185" v="11694" actId="47"/>
        <pc:sldMkLst>
          <pc:docMk/>
          <pc:sldMk cId="2578866702" sldId="261"/>
        </pc:sldMkLst>
        <pc:spChg chg="mod">
          <ac:chgData name="Ritik katiyar" userId="f25b9d231841d999" providerId="LiveId" clId="{087F0F9C-4E32-4950-AE69-4ACB69223A90}" dt="2026-03-06T14:53:00.985" v="11633" actId="207"/>
          <ac:spMkLst>
            <pc:docMk/>
            <pc:sldMk cId="2578866702" sldId="261"/>
            <ac:spMk id="2" creationId="{33F55567-3D4A-A71E-8B1F-63B2EEF9E6AC}"/>
          </ac:spMkLst>
        </pc:spChg>
        <pc:spChg chg="mod">
          <ac:chgData name="Ritik katiyar" userId="f25b9d231841d999" providerId="LiveId" clId="{087F0F9C-4E32-4950-AE69-4ACB69223A90}" dt="2026-03-06T14:07:56.105" v="11106" actId="14100"/>
          <ac:spMkLst>
            <pc:docMk/>
            <pc:sldMk cId="2578866702" sldId="261"/>
            <ac:spMk id="4" creationId="{E93D2B83-0DEA-7349-98F2-06ABD940746D}"/>
          </ac:spMkLst>
        </pc:spChg>
        <pc:spChg chg="add del mod">
          <ac:chgData name="Ritik katiyar" userId="f25b9d231841d999" providerId="LiveId" clId="{087F0F9C-4E32-4950-AE69-4ACB69223A90}" dt="2026-03-06T08:46:51.323" v="10438" actId="931"/>
          <ac:spMkLst>
            <pc:docMk/>
            <pc:sldMk cId="2578866702" sldId="261"/>
            <ac:spMk id="5" creationId="{88D3CD75-3281-28B7-0CA7-BB1D74B4638A}"/>
          </ac:spMkLst>
        </pc:spChg>
        <pc:spChg chg="add del mod">
          <ac:chgData name="Ritik katiyar" userId="f25b9d231841d999" providerId="LiveId" clId="{087F0F9C-4E32-4950-AE69-4ACB69223A90}" dt="2026-03-06T14:06:18.744" v="11095" actId="931"/>
          <ac:spMkLst>
            <pc:docMk/>
            <pc:sldMk cId="2578866702" sldId="261"/>
            <ac:spMk id="5" creationId="{CDE4447F-EF55-DA12-EB40-92DEBC57A90E}"/>
          </ac:spMkLst>
        </pc:spChg>
        <pc:picChg chg="add del mod ord">
          <ac:chgData name="Ritik katiyar" userId="f25b9d231841d999" providerId="LiveId" clId="{087F0F9C-4E32-4950-AE69-4ACB69223A90}" dt="2026-03-06T14:05:06.411" v="11094" actId="21"/>
          <ac:picMkLst>
            <pc:docMk/>
            <pc:sldMk cId="2578866702" sldId="261"/>
            <ac:picMk id="7" creationId="{C8667243-50B1-0844-3C28-1F05E98FF6D2}"/>
          </ac:picMkLst>
        </pc:picChg>
        <pc:picChg chg="add mod ord">
          <ac:chgData name="Ritik katiyar" userId="f25b9d231841d999" providerId="LiveId" clId="{087F0F9C-4E32-4950-AE69-4ACB69223A90}" dt="2026-03-06T14:07:00.783" v="11101" actId="14100"/>
          <ac:picMkLst>
            <pc:docMk/>
            <pc:sldMk cId="2578866702" sldId="261"/>
            <ac:picMk id="8" creationId="{0D8B6085-F883-E39C-1978-AC114A31CA67}"/>
          </ac:picMkLst>
        </pc:picChg>
        <pc:picChg chg="add del mod ord">
          <ac:chgData name="Ritik katiyar" userId="f25b9d231841d999" providerId="LiveId" clId="{087F0F9C-4E32-4950-AE69-4ACB69223A90}" dt="2026-03-06T08:38:20.342" v="10421" actId="21"/>
          <ac:picMkLst>
            <pc:docMk/>
            <pc:sldMk cId="2578866702" sldId="261"/>
            <ac:picMk id="8" creationId="{50E20989-AD50-13CE-1FE1-C11093E96723}"/>
          </ac:picMkLst>
        </pc:picChg>
      </pc:sldChg>
      <pc:sldChg chg="addSp delSp modSp new add del mod">
        <pc:chgData name="Ritik katiyar" userId="f25b9d231841d999" providerId="LiveId" clId="{087F0F9C-4E32-4950-AE69-4ACB69223A90}" dt="2026-03-06T15:25:39.820" v="11695" actId="47"/>
        <pc:sldMkLst>
          <pc:docMk/>
          <pc:sldMk cId="2452133657" sldId="262"/>
        </pc:sldMkLst>
        <pc:spChg chg="mod">
          <ac:chgData name="Ritik katiyar" userId="f25b9d231841d999" providerId="LiveId" clId="{087F0F9C-4E32-4950-AE69-4ACB69223A90}" dt="2026-03-06T14:53:24.372" v="11634" actId="207"/>
          <ac:spMkLst>
            <pc:docMk/>
            <pc:sldMk cId="2452133657" sldId="262"/>
            <ac:spMk id="2" creationId="{5D278AD5-72FC-07CF-270E-0D46D61BEB17}"/>
          </ac:spMkLst>
        </pc:spChg>
        <pc:spChg chg="mod">
          <ac:chgData name="Ritik katiyar" userId="f25b9d231841d999" providerId="LiveId" clId="{087F0F9C-4E32-4950-AE69-4ACB69223A90}" dt="2026-03-06T15:05:32.228" v="11667" actId="14100"/>
          <ac:spMkLst>
            <pc:docMk/>
            <pc:sldMk cId="2452133657" sldId="262"/>
            <ac:spMk id="4" creationId="{FE6F8C9C-5474-070D-A666-0DF00F6934ED}"/>
          </ac:spMkLst>
        </pc:spChg>
        <pc:spChg chg="add del mod">
          <ac:chgData name="Ritik katiyar" userId="f25b9d231841d999" providerId="LiveId" clId="{087F0F9C-4E32-4950-AE69-4ACB69223A90}" dt="2026-03-06T14:10:12.677" v="11113" actId="931"/>
          <ac:spMkLst>
            <pc:docMk/>
            <pc:sldMk cId="2452133657" sldId="262"/>
            <ac:spMk id="5" creationId="{05745536-DFC3-F074-7351-748F03FF9ADE}"/>
          </ac:spMkLst>
        </pc:spChg>
        <pc:spChg chg="add del mod">
          <ac:chgData name="Ritik katiyar" userId="f25b9d231841d999" providerId="LiveId" clId="{087F0F9C-4E32-4950-AE69-4ACB69223A90}" dt="2026-03-06T08:36:00.846" v="10393" actId="931"/>
          <ac:spMkLst>
            <pc:docMk/>
            <pc:sldMk cId="2452133657" sldId="262"/>
            <ac:spMk id="5" creationId="{C0C06A91-656E-8A80-1468-6B369E53170B}"/>
          </ac:spMkLst>
        </pc:spChg>
        <pc:picChg chg="add del mod ord">
          <ac:chgData name="Ritik katiyar" userId="f25b9d231841d999" providerId="LiveId" clId="{087F0F9C-4E32-4950-AE69-4ACB69223A90}" dt="2026-03-06T14:08:40.520" v="11110" actId="21"/>
          <ac:picMkLst>
            <pc:docMk/>
            <pc:sldMk cId="2452133657" sldId="262"/>
            <ac:picMk id="7" creationId="{AE1C12EB-099B-F78C-C920-CFFA4618D932}"/>
          </ac:picMkLst>
        </pc:picChg>
        <pc:picChg chg="add mod ord">
          <ac:chgData name="Ritik katiyar" userId="f25b9d231841d999" providerId="LiveId" clId="{087F0F9C-4E32-4950-AE69-4ACB69223A90}" dt="2026-03-06T15:06:54.200" v="11669" actId="14100"/>
          <ac:picMkLst>
            <pc:docMk/>
            <pc:sldMk cId="2452133657" sldId="262"/>
            <ac:picMk id="8" creationId="{86AC35AD-7821-E91F-0797-ED36B50D3983}"/>
          </ac:picMkLst>
        </pc:picChg>
        <pc:picChg chg="add del mod ord">
          <ac:chgData name="Ritik katiyar" userId="f25b9d231841d999" providerId="LiveId" clId="{087F0F9C-4E32-4950-AE69-4ACB69223A90}" dt="2026-03-06T08:32:30.628" v="10385" actId="21"/>
          <ac:picMkLst>
            <pc:docMk/>
            <pc:sldMk cId="2452133657" sldId="262"/>
            <ac:picMk id="8" creationId="{E136C8E5-7F52-1628-1887-8EAB238C0AAF}"/>
          </ac:picMkLst>
        </pc:picChg>
      </pc:sldChg>
      <pc:sldChg chg="addSp delSp modSp new add del mod">
        <pc:chgData name="Ritik katiyar" userId="f25b9d231841d999" providerId="LiveId" clId="{087F0F9C-4E32-4950-AE69-4ACB69223A90}" dt="2026-03-06T15:25:40.472" v="11696" actId="47"/>
        <pc:sldMkLst>
          <pc:docMk/>
          <pc:sldMk cId="1905739127" sldId="263"/>
        </pc:sldMkLst>
        <pc:spChg chg="mod">
          <ac:chgData name="Ritik katiyar" userId="f25b9d231841d999" providerId="LiveId" clId="{087F0F9C-4E32-4950-AE69-4ACB69223A90}" dt="2026-03-06T14:53:31.334" v="11635" actId="207"/>
          <ac:spMkLst>
            <pc:docMk/>
            <pc:sldMk cId="1905739127" sldId="263"/>
            <ac:spMk id="2" creationId="{DECBF49B-B695-D559-48EA-9354CE2EC487}"/>
          </ac:spMkLst>
        </pc:spChg>
        <pc:spChg chg="mod">
          <ac:chgData name="Ritik katiyar" userId="f25b9d231841d999" providerId="LiveId" clId="{087F0F9C-4E32-4950-AE69-4ACB69223A90}" dt="2026-03-06T14:20:08.525" v="11282" actId="14100"/>
          <ac:spMkLst>
            <pc:docMk/>
            <pc:sldMk cId="1905739127" sldId="263"/>
            <ac:spMk id="4" creationId="{6BEB23EC-5AE8-3F67-3872-535AB797039B}"/>
          </ac:spMkLst>
        </pc:spChg>
        <pc:spChg chg="add del mod">
          <ac:chgData name="Ritik katiyar" userId="f25b9d231841d999" providerId="LiveId" clId="{087F0F9C-4E32-4950-AE69-4ACB69223A90}" dt="2026-03-06T08:28:58.896" v="10363" actId="931"/>
          <ac:spMkLst>
            <pc:docMk/>
            <pc:sldMk cId="1905739127" sldId="263"/>
            <ac:spMk id="5" creationId="{133F4894-DE38-D1AB-C644-1E37B33E7A5E}"/>
          </ac:spMkLst>
        </pc:spChg>
        <pc:spChg chg="add del mod">
          <ac:chgData name="Ritik katiyar" userId="f25b9d231841d999" providerId="LiveId" clId="{087F0F9C-4E32-4950-AE69-4ACB69223A90}" dt="2026-03-06T14:14:26.698" v="11127" actId="931"/>
          <ac:spMkLst>
            <pc:docMk/>
            <pc:sldMk cId="1905739127" sldId="263"/>
            <ac:spMk id="5" creationId="{83A8F573-ECD4-9AFF-29DD-321C3B299020}"/>
          </ac:spMkLst>
        </pc:spChg>
        <pc:picChg chg="add del mod ord">
          <ac:chgData name="Ritik katiyar" userId="f25b9d231841d999" providerId="LiveId" clId="{087F0F9C-4E32-4950-AE69-4ACB69223A90}" dt="2026-03-06T14:12:04.188" v="11126" actId="21"/>
          <ac:picMkLst>
            <pc:docMk/>
            <pc:sldMk cId="1905739127" sldId="263"/>
            <ac:picMk id="7" creationId="{D92523F9-0DCD-2684-739B-A48F56E3D2F8}"/>
          </ac:picMkLst>
        </pc:picChg>
        <pc:picChg chg="add del mod ord">
          <ac:chgData name="Ritik katiyar" userId="f25b9d231841d999" providerId="LiveId" clId="{087F0F9C-4E32-4950-AE69-4ACB69223A90}" dt="2026-03-06T08:16:32.673" v="10279" actId="21"/>
          <ac:picMkLst>
            <pc:docMk/>
            <pc:sldMk cId="1905739127" sldId="263"/>
            <ac:picMk id="8" creationId="{3193C3CE-CCEA-24A6-7F72-04EDD23AF7A7}"/>
          </ac:picMkLst>
        </pc:picChg>
        <pc:picChg chg="add mod ord">
          <ac:chgData name="Ritik katiyar" userId="f25b9d231841d999" providerId="LiveId" clId="{087F0F9C-4E32-4950-AE69-4ACB69223A90}" dt="2026-03-06T15:07:02.264" v="11670" actId="14100"/>
          <ac:picMkLst>
            <pc:docMk/>
            <pc:sldMk cId="1905739127" sldId="263"/>
            <ac:picMk id="8" creationId="{9AF959A6-CB39-C65E-16FD-41589F0E9DC8}"/>
          </ac:picMkLst>
        </pc:picChg>
      </pc:sldChg>
      <pc:sldChg chg="addSp delSp modSp new del mod">
        <pc:chgData name="Ritik katiyar" userId="f25b9d231841d999" providerId="LiveId" clId="{087F0F9C-4E32-4950-AE69-4ACB69223A90}" dt="2026-03-06T15:25:31.862" v="11678" actId="47"/>
        <pc:sldMkLst>
          <pc:docMk/>
          <pc:sldMk cId="2017219632" sldId="264"/>
        </pc:sldMkLst>
        <pc:spChg chg="mod">
          <ac:chgData name="Ritik katiyar" userId="f25b9d231841d999" providerId="LiveId" clId="{087F0F9C-4E32-4950-AE69-4ACB69223A90}" dt="2026-03-06T14:53:40.881" v="11636" actId="207"/>
          <ac:spMkLst>
            <pc:docMk/>
            <pc:sldMk cId="2017219632" sldId="264"/>
            <ac:spMk id="2" creationId="{B893E50E-3D2F-2CAE-3535-C46A0160CB4F}"/>
          </ac:spMkLst>
        </pc:spChg>
        <pc:spChg chg="mod">
          <ac:chgData name="Ritik katiyar" userId="f25b9d231841d999" providerId="LiveId" clId="{087F0F9C-4E32-4950-AE69-4ACB69223A90}" dt="2026-03-06T14:18:08.297" v="11273" actId="14100"/>
          <ac:spMkLst>
            <pc:docMk/>
            <pc:sldMk cId="2017219632" sldId="264"/>
            <ac:spMk id="4" creationId="{AF941E7C-DAF2-3177-FF13-AD1BFE4F025F}"/>
          </ac:spMkLst>
        </pc:spChg>
        <pc:spChg chg="add del mod">
          <ac:chgData name="Ritik katiyar" userId="f25b9d231841d999" providerId="LiveId" clId="{087F0F9C-4E32-4950-AE69-4ACB69223A90}" dt="2026-03-06T08:13:32.660" v="10258" actId="931"/>
          <ac:spMkLst>
            <pc:docMk/>
            <pc:sldMk cId="2017219632" sldId="264"/>
            <ac:spMk id="5" creationId="{6D68A07C-1F69-0BCA-BEF7-2B5C944FBDEF}"/>
          </ac:spMkLst>
        </pc:spChg>
        <pc:spChg chg="add del mod">
          <ac:chgData name="Ritik katiyar" userId="f25b9d231841d999" providerId="LiveId" clId="{087F0F9C-4E32-4950-AE69-4ACB69223A90}" dt="2026-03-06T13:33:19.733" v="10974" actId="931"/>
          <ac:spMkLst>
            <pc:docMk/>
            <pc:sldMk cId="2017219632" sldId="264"/>
            <ac:spMk id="5" creationId="{D0DFA74A-8545-73F9-91C7-EFBA5D6341F6}"/>
          </ac:spMkLst>
        </pc:spChg>
        <pc:spChg chg="add del mod">
          <ac:chgData name="Ritik katiyar" userId="f25b9d231841d999" providerId="LiveId" clId="{087F0F9C-4E32-4950-AE69-4ACB69223A90}" dt="2026-03-06T13:34:44.986" v="10978" actId="931"/>
          <ac:spMkLst>
            <pc:docMk/>
            <pc:sldMk cId="2017219632" sldId="264"/>
            <ac:spMk id="10" creationId="{5BF7B071-4DF3-681F-9AAF-97C4BFF50F26}"/>
          </ac:spMkLst>
        </pc:spChg>
        <pc:spChg chg="add del mod">
          <ac:chgData name="Ritik katiyar" userId="f25b9d231841d999" providerId="LiveId" clId="{087F0F9C-4E32-4950-AE69-4ACB69223A90}" dt="2026-03-06T13:35:54.599" v="10981" actId="931"/>
          <ac:spMkLst>
            <pc:docMk/>
            <pc:sldMk cId="2017219632" sldId="264"/>
            <ac:spMk id="14" creationId="{FD34D31A-89D4-35F5-E658-8B742FCCDB41}"/>
          </ac:spMkLst>
        </pc:spChg>
        <pc:spChg chg="add del mod">
          <ac:chgData name="Ritik katiyar" userId="f25b9d231841d999" providerId="LiveId" clId="{087F0F9C-4E32-4950-AE69-4ACB69223A90}" dt="2026-03-06T13:37:17.718" v="10990" actId="931"/>
          <ac:spMkLst>
            <pc:docMk/>
            <pc:sldMk cId="2017219632" sldId="264"/>
            <ac:spMk id="18" creationId="{55DE147C-213F-BBB4-B3D9-0AA4C8E33413}"/>
          </ac:spMkLst>
        </pc:spChg>
        <pc:spChg chg="add del mod">
          <ac:chgData name="Ritik katiyar" userId="f25b9d231841d999" providerId="LiveId" clId="{087F0F9C-4E32-4950-AE69-4ACB69223A90}" dt="2026-03-06T13:38:03.733" v="10993" actId="931"/>
          <ac:spMkLst>
            <pc:docMk/>
            <pc:sldMk cId="2017219632" sldId="264"/>
            <ac:spMk id="22" creationId="{00B7B159-061A-C9EA-BE80-877B29D35193}"/>
          </ac:spMkLst>
        </pc:spChg>
        <pc:spChg chg="add del mod">
          <ac:chgData name="Ritik katiyar" userId="f25b9d231841d999" providerId="LiveId" clId="{087F0F9C-4E32-4950-AE69-4ACB69223A90}" dt="2026-03-06T13:44:32.598" v="11019" actId="931"/>
          <ac:spMkLst>
            <pc:docMk/>
            <pc:sldMk cId="2017219632" sldId="264"/>
            <ac:spMk id="26" creationId="{EB668B1F-EDF5-50E6-6252-1A5E2114A383}"/>
          </ac:spMkLst>
        </pc:spChg>
        <pc:spChg chg="add del mod">
          <ac:chgData name="Ritik katiyar" userId="f25b9d231841d999" providerId="LiveId" clId="{087F0F9C-4E32-4950-AE69-4ACB69223A90}" dt="2026-03-06T13:48:37.010" v="11045" actId="931"/>
          <ac:spMkLst>
            <pc:docMk/>
            <pc:sldMk cId="2017219632" sldId="264"/>
            <ac:spMk id="30" creationId="{2F9B2AAB-E1FF-9743-B4D4-A3B498EC9EFA}"/>
          </ac:spMkLst>
        </pc:spChg>
        <pc:spChg chg="add del mod">
          <ac:chgData name="Ritik katiyar" userId="f25b9d231841d999" providerId="LiveId" clId="{087F0F9C-4E32-4950-AE69-4ACB69223A90}" dt="2026-03-06T14:16:18.746" v="11133" actId="931"/>
          <ac:spMkLst>
            <pc:docMk/>
            <pc:sldMk cId="2017219632" sldId="264"/>
            <ac:spMk id="34" creationId="{B582C9CA-C0C3-639B-5FA2-63968B15D654}"/>
          </ac:spMkLst>
        </pc:spChg>
        <pc:picChg chg="add del mod ord">
          <ac:chgData name="Ritik katiyar" userId="f25b9d231841d999" providerId="LiveId" clId="{087F0F9C-4E32-4950-AE69-4ACB69223A90}" dt="2026-03-06T13:32:42.337" v="10971" actId="21"/>
          <ac:picMkLst>
            <pc:docMk/>
            <pc:sldMk cId="2017219632" sldId="264"/>
            <ac:picMk id="7" creationId="{958C8F05-17FD-4A84-E436-DD4677557C86}"/>
          </ac:picMkLst>
        </pc:picChg>
        <pc:picChg chg="add del mod ord">
          <ac:chgData name="Ritik katiyar" userId="f25b9d231841d999" providerId="LiveId" clId="{087F0F9C-4E32-4950-AE69-4ACB69223A90}" dt="2026-03-06T13:33:36.469" v="10975" actId="21"/>
          <ac:picMkLst>
            <pc:docMk/>
            <pc:sldMk cId="2017219632" sldId="264"/>
            <ac:picMk id="8" creationId="{99189674-05AE-606B-4E21-1EBDBEEB5E2B}"/>
          </ac:picMkLst>
        </pc:picChg>
        <pc:picChg chg="add del mod ord">
          <ac:chgData name="Ritik katiyar" userId="f25b9d231841d999" providerId="LiveId" clId="{087F0F9C-4E32-4950-AE69-4ACB69223A90}" dt="2026-03-06T08:12:36.299" v="10256" actId="21"/>
          <ac:picMkLst>
            <pc:docMk/>
            <pc:sldMk cId="2017219632" sldId="264"/>
            <ac:picMk id="8" creationId="{C2A47928-2DB1-6FCF-EF9B-C87171054900}"/>
          </ac:picMkLst>
        </pc:picChg>
        <pc:picChg chg="add del mod ord">
          <ac:chgData name="Ritik katiyar" userId="f25b9d231841d999" providerId="LiveId" clId="{087F0F9C-4E32-4950-AE69-4ACB69223A90}" dt="2026-03-06T13:35:06.961" v="10980" actId="21"/>
          <ac:picMkLst>
            <pc:docMk/>
            <pc:sldMk cId="2017219632" sldId="264"/>
            <ac:picMk id="12" creationId="{D86C14FF-C6DB-64ED-5F6A-855199F1EB3E}"/>
          </ac:picMkLst>
        </pc:picChg>
        <pc:picChg chg="add del mod ord">
          <ac:chgData name="Ritik katiyar" userId="f25b9d231841d999" providerId="LiveId" clId="{087F0F9C-4E32-4950-AE69-4ACB69223A90}" dt="2026-03-06T13:36:20.202" v="10983" actId="21"/>
          <ac:picMkLst>
            <pc:docMk/>
            <pc:sldMk cId="2017219632" sldId="264"/>
            <ac:picMk id="16" creationId="{C433DFBF-2A19-2416-650E-8287B4D16D6A}"/>
          </ac:picMkLst>
        </pc:picChg>
        <pc:picChg chg="add del mod ord">
          <ac:chgData name="Ritik katiyar" userId="f25b9d231841d999" providerId="LiveId" clId="{087F0F9C-4E32-4950-AE69-4ACB69223A90}" dt="2026-03-06T13:37:53.245" v="10992" actId="21"/>
          <ac:picMkLst>
            <pc:docMk/>
            <pc:sldMk cId="2017219632" sldId="264"/>
            <ac:picMk id="20" creationId="{C25DF762-EAE4-D803-3E71-D0730668ADDA}"/>
          </ac:picMkLst>
        </pc:picChg>
        <pc:picChg chg="add del mod ord">
          <ac:chgData name="Ritik katiyar" userId="f25b9d231841d999" providerId="LiveId" clId="{087F0F9C-4E32-4950-AE69-4ACB69223A90}" dt="2026-03-06T13:44:21.263" v="11018" actId="21"/>
          <ac:picMkLst>
            <pc:docMk/>
            <pc:sldMk cId="2017219632" sldId="264"/>
            <ac:picMk id="24" creationId="{B0C00F71-B311-BDF6-8444-0057DBB3DE92}"/>
          </ac:picMkLst>
        </pc:picChg>
        <pc:picChg chg="add del mod ord">
          <ac:chgData name="Ritik katiyar" userId="f25b9d231841d999" providerId="LiveId" clId="{087F0F9C-4E32-4950-AE69-4ACB69223A90}" dt="2026-03-06T13:45:38.626" v="11023" actId="21"/>
          <ac:picMkLst>
            <pc:docMk/>
            <pc:sldMk cId="2017219632" sldId="264"/>
            <ac:picMk id="28" creationId="{9E0DBB69-EF4A-717F-494B-4066507E46CD}"/>
          </ac:picMkLst>
        </pc:picChg>
        <pc:picChg chg="add del mod ord">
          <ac:chgData name="Ritik katiyar" userId="f25b9d231841d999" providerId="LiveId" clId="{087F0F9C-4E32-4950-AE69-4ACB69223A90}" dt="2026-03-06T13:49:08.884" v="11047" actId="21"/>
          <ac:picMkLst>
            <pc:docMk/>
            <pc:sldMk cId="2017219632" sldId="264"/>
            <ac:picMk id="32" creationId="{6540641B-6D1C-C3CC-054B-7A355C5D8805}"/>
          </ac:picMkLst>
        </pc:picChg>
        <pc:picChg chg="add mod ord">
          <ac:chgData name="Ritik katiyar" userId="f25b9d231841d999" providerId="LiveId" clId="{087F0F9C-4E32-4950-AE69-4ACB69223A90}" dt="2026-03-06T15:07:09.878" v="11671" actId="14100"/>
          <ac:picMkLst>
            <pc:docMk/>
            <pc:sldMk cId="2017219632" sldId="264"/>
            <ac:picMk id="36" creationId="{0CC5EDB8-3598-6FA7-E787-1B8337A11B89}"/>
          </ac:picMkLst>
        </pc:picChg>
      </pc:sldChg>
      <pc:sldChg chg="addSp delSp modSp new del mod">
        <pc:chgData name="Ritik katiyar" userId="f25b9d231841d999" providerId="LiveId" clId="{087F0F9C-4E32-4950-AE69-4ACB69223A90}" dt="2026-03-06T15:25:32.346" v="11679" actId="47"/>
        <pc:sldMkLst>
          <pc:docMk/>
          <pc:sldMk cId="4179418187" sldId="265"/>
        </pc:sldMkLst>
        <pc:spChg chg="mod">
          <ac:chgData name="Ritik katiyar" userId="f25b9d231841d999" providerId="LiveId" clId="{087F0F9C-4E32-4950-AE69-4ACB69223A90}" dt="2026-03-06T15:24:30.872" v="11677" actId="120"/>
          <ac:spMkLst>
            <pc:docMk/>
            <pc:sldMk cId="4179418187" sldId="265"/>
            <ac:spMk id="2" creationId="{3607CC26-0E52-76EB-2281-3DC342B8DEB0}"/>
          </ac:spMkLst>
        </pc:spChg>
        <pc:spChg chg="mod">
          <ac:chgData name="Ritik katiyar" userId="f25b9d231841d999" providerId="LiveId" clId="{087F0F9C-4E32-4950-AE69-4ACB69223A90}" dt="2026-03-06T14:23:11.203" v="11298" actId="207"/>
          <ac:spMkLst>
            <pc:docMk/>
            <pc:sldMk cId="4179418187" sldId="265"/>
            <ac:spMk id="4" creationId="{8DB41628-5E9D-9E30-9489-7D6EBAB053A5}"/>
          </ac:spMkLst>
        </pc:spChg>
        <pc:spChg chg="add del mod">
          <ac:chgData name="Ritik katiyar" userId="f25b9d231841d999" providerId="LiveId" clId="{087F0F9C-4E32-4950-AE69-4ACB69223A90}" dt="2026-03-06T14:21:48.556" v="11287" actId="931"/>
          <ac:spMkLst>
            <pc:docMk/>
            <pc:sldMk cId="4179418187" sldId="265"/>
            <ac:spMk id="5" creationId="{4D8D675C-0FB5-41AC-E735-1C643672D18D}"/>
          </ac:spMkLst>
        </pc:spChg>
        <pc:spChg chg="add del mod">
          <ac:chgData name="Ritik katiyar" userId="f25b9d231841d999" providerId="LiveId" clId="{087F0F9C-4E32-4950-AE69-4ACB69223A90}" dt="2026-03-06T08:05:41.063" v="10237" actId="931"/>
          <ac:spMkLst>
            <pc:docMk/>
            <pc:sldMk cId="4179418187" sldId="265"/>
            <ac:spMk id="5" creationId="{A362BC90-4D90-2CC7-CB55-D99A693C95F2}"/>
          </ac:spMkLst>
        </pc:spChg>
        <pc:spChg chg="add del mod">
          <ac:chgData name="Ritik katiyar" userId="f25b9d231841d999" providerId="LiveId" clId="{087F0F9C-4E32-4950-AE69-4ACB69223A90}" dt="2026-03-06T08:08:19.459" v="10241" actId="931"/>
          <ac:spMkLst>
            <pc:docMk/>
            <pc:sldMk cId="4179418187" sldId="265"/>
            <ac:spMk id="10" creationId="{40F902D7-3136-B4DB-2BC3-7C600BC9C32E}"/>
          </ac:spMkLst>
        </pc:spChg>
        <pc:spChg chg="add del mod">
          <ac:chgData name="Ritik katiyar" userId="f25b9d231841d999" providerId="LiveId" clId="{087F0F9C-4E32-4950-AE69-4ACB69223A90}" dt="2026-03-06T08:09:00.712" v="10243" actId="931"/>
          <ac:spMkLst>
            <pc:docMk/>
            <pc:sldMk cId="4179418187" sldId="265"/>
            <ac:spMk id="14" creationId="{F91DE46D-E2B0-2092-2608-927B44B28EEA}"/>
          </ac:spMkLst>
        </pc:spChg>
        <pc:picChg chg="add del mod ord">
          <ac:chgData name="Ritik katiyar" userId="f25b9d231841d999" providerId="LiveId" clId="{087F0F9C-4E32-4950-AE69-4ACB69223A90}" dt="2026-03-06T08:06:17.855" v="10238" actId="21"/>
          <ac:picMkLst>
            <pc:docMk/>
            <pc:sldMk cId="4179418187" sldId="265"/>
            <ac:picMk id="7" creationId="{9A42A6D5-3E63-88B5-76A1-CF2AC88549DE}"/>
          </ac:picMkLst>
        </pc:picChg>
        <pc:picChg chg="add mod ord">
          <ac:chgData name="Ritik katiyar" userId="f25b9d231841d999" providerId="LiveId" clId="{087F0F9C-4E32-4950-AE69-4ACB69223A90}" dt="2026-03-06T14:21:59.567" v="11289" actId="14100"/>
          <ac:picMkLst>
            <pc:docMk/>
            <pc:sldMk cId="4179418187" sldId="265"/>
            <ac:picMk id="7" creationId="{9AE714A3-26B4-0E16-A641-147073E21144}"/>
          </ac:picMkLst>
        </pc:picChg>
        <pc:picChg chg="add del mod ord">
          <ac:chgData name="Ritik katiyar" userId="f25b9d231841d999" providerId="LiveId" clId="{087F0F9C-4E32-4950-AE69-4ACB69223A90}" dt="2026-03-06T08:03:06.234" v="10225" actId="21"/>
          <ac:picMkLst>
            <pc:docMk/>
            <pc:sldMk cId="4179418187" sldId="265"/>
            <ac:picMk id="8" creationId="{B3221218-31F4-29D0-344E-7318FF186B1B}"/>
          </ac:picMkLst>
        </pc:picChg>
        <pc:picChg chg="add del mod ord">
          <ac:chgData name="Ritik katiyar" userId="f25b9d231841d999" providerId="LiveId" clId="{087F0F9C-4E32-4950-AE69-4ACB69223A90}" dt="2026-03-06T08:08:31.011" v="10242" actId="21"/>
          <ac:picMkLst>
            <pc:docMk/>
            <pc:sldMk cId="4179418187" sldId="265"/>
            <ac:picMk id="12" creationId="{6BF54793-80FF-2F28-CC76-CA571A8A01C3}"/>
          </ac:picMkLst>
        </pc:picChg>
        <pc:picChg chg="add del mod ord">
          <ac:chgData name="Ritik katiyar" userId="f25b9d231841d999" providerId="LiveId" clId="{087F0F9C-4E32-4950-AE69-4ACB69223A90}" dt="2026-03-06T14:20:48.438" v="11286" actId="21"/>
          <ac:picMkLst>
            <pc:docMk/>
            <pc:sldMk cId="4179418187" sldId="265"/>
            <ac:picMk id="16" creationId="{E7CAC994-DEAF-4565-EBCC-434CD178F9C1}"/>
          </ac:picMkLst>
        </pc:picChg>
      </pc:sldChg>
      <pc:sldChg chg="addSp delSp modSp new del mod ord">
        <pc:chgData name="Ritik katiyar" userId="f25b9d231841d999" providerId="LiveId" clId="{087F0F9C-4E32-4950-AE69-4ACB69223A90}" dt="2026-03-06T15:25:32.386" v="11680" actId="47"/>
        <pc:sldMkLst>
          <pc:docMk/>
          <pc:sldMk cId="1298826605" sldId="266"/>
        </pc:sldMkLst>
        <pc:spChg chg="mod">
          <ac:chgData name="Ritik katiyar" userId="f25b9d231841d999" providerId="LiveId" clId="{087F0F9C-4E32-4950-AE69-4ACB69223A90}" dt="2026-03-06T15:02:00.979" v="11662" actId="1076"/>
          <ac:spMkLst>
            <pc:docMk/>
            <pc:sldMk cId="1298826605" sldId="266"/>
            <ac:spMk id="2" creationId="{814CCA16-B0E8-456B-D8D0-77DEA32457F4}"/>
          </ac:spMkLst>
        </pc:spChg>
        <pc:spChg chg="add del mod">
          <ac:chgData name="Ritik katiyar" userId="f25b9d231841d999" providerId="LiveId" clId="{087F0F9C-4E32-4950-AE69-4ACB69223A90}" dt="2026-03-06T14:49:47.586" v="11612" actId="931"/>
          <ac:spMkLst>
            <pc:docMk/>
            <pc:sldMk cId="1298826605" sldId="266"/>
            <ac:spMk id="4" creationId="{3F8466EE-75E7-2031-5856-6E82F1F3F4C0}"/>
          </ac:spMkLst>
        </pc:spChg>
        <pc:spChg chg="add del mod">
          <ac:chgData name="Ritik katiyar" userId="f25b9d231841d999" providerId="LiveId" clId="{087F0F9C-4E32-4950-AE69-4ACB69223A90}" dt="2026-03-06T07:44:32.643" v="10063" actId="931"/>
          <ac:spMkLst>
            <pc:docMk/>
            <pc:sldMk cId="1298826605" sldId="266"/>
            <ac:spMk id="4" creationId="{A8810EAB-17D4-8B4D-9402-D2F6874BB404}"/>
          </ac:spMkLst>
        </pc:spChg>
        <pc:spChg chg="add del mod">
          <ac:chgData name="Ritik katiyar" userId="f25b9d231841d999" providerId="LiveId" clId="{087F0F9C-4E32-4950-AE69-4ACB69223A90}" dt="2026-03-06T10:26:33.053" v="10839" actId="931"/>
          <ac:spMkLst>
            <pc:docMk/>
            <pc:sldMk cId="1298826605" sldId="266"/>
            <ac:spMk id="8" creationId="{5AF091FD-5ABE-10C3-7AB7-1273EEF5EAC9}"/>
          </ac:spMkLst>
        </pc:spChg>
        <pc:picChg chg="add mod ord">
          <ac:chgData name="Ritik katiyar" userId="f25b9d231841d999" providerId="LiveId" clId="{087F0F9C-4E32-4950-AE69-4ACB69223A90}" dt="2026-03-06T14:54:29.565" v="11640" actId="14100"/>
          <ac:picMkLst>
            <pc:docMk/>
            <pc:sldMk cId="1298826605" sldId="266"/>
            <ac:picMk id="6" creationId="{4F2A80F7-AEF5-C5B3-DDFB-3F09D01BDFD8}"/>
          </ac:picMkLst>
        </pc:picChg>
        <pc:picChg chg="add del mod ord">
          <ac:chgData name="Ritik katiyar" userId="f25b9d231841d999" providerId="LiveId" clId="{087F0F9C-4E32-4950-AE69-4ACB69223A90}" dt="2026-03-06T10:26:18.325" v="10838" actId="21"/>
          <ac:picMkLst>
            <pc:docMk/>
            <pc:sldMk cId="1298826605" sldId="266"/>
            <ac:picMk id="6" creationId="{692C8B55-E2CA-B850-5A9B-7D2D8EC2CD46}"/>
          </ac:picMkLst>
        </pc:picChg>
        <pc:picChg chg="add del mod ord">
          <ac:chgData name="Ritik katiyar" userId="f25b9d231841d999" providerId="LiveId" clId="{087F0F9C-4E32-4950-AE69-4ACB69223A90}" dt="2026-03-06T14:29:29.319" v="11336" actId="21"/>
          <ac:picMkLst>
            <pc:docMk/>
            <pc:sldMk cId="1298826605" sldId="266"/>
            <ac:picMk id="10" creationId="{36EB69C3-8F18-2B63-B23C-6DEEF1E4B86F}"/>
          </ac:picMkLst>
        </pc:picChg>
        <pc:picChg chg="add del mod ord">
          <ac:chgData name="Ritik katiyar" userId="f25b9d231841d999" providerId="LiveId" clId="{087F0F9C-4E32-4950-AE69-4ACB69223A90}" dt="2026-03-06T07:44:07.451" v="10062" actId="21"/>
          <ac:picMkLst>
            <pc:docMk/>
            <pc:sldMk cId="1298826605" sldId="266"/>
            <ac:picMk id="11" creationId="{A05B7080-41B9-323D-3711-AF465E206E04}"/>
          </ac:picMkLst>
        </pc:picChg>
      </pc:sldChg>
      <pc:sldChg chg="modSp new del mod">
        <pc:chgData name="Ritik katiyar" userId="f25b9d231841d999" providerId="LiveId" clId="{087F0F9C-4E32-4950-AE69-4ACB69223A90}" dt="2026-03-06T15:25:32.406" v="11681" actId="47"/>
        <pc:sldMkLst>
          <pc:docMk/>
          <pc:sldMk cId="3662292812" sldId="267"/>
        </pc:sldMkLst>
        <pc:spChg chg="mod">
          <ac:chgData name="Ritik katiyar" userId="f25b9d231841d999" providerId="LiveId" clId="{087F0F9C-4E32-4950-AE69-4ACB69223A90}" dt="2026-03-06T14:54:09.046" v="11639" actId="207"/>
          <ac:spMkLst>
            <pc:docMk/>
            <pc:sldMk cId="3662292812" sldId="267"/>
            <ac:spMk id="2" creationId="{CB013878-A682-FDC9-F7CD-DA50F218F506}"/>
          </ac:spMkLst>
        </pc:spChg>
        <pc:spChg chg="mod">
          <ac:chgData name="Ritik katiyar" userId="f25b9d231841d999" providerId="LiveId" clId="{087F0F9C-4E32-4950-AE69-4ACB69223A90}" dt="2026-03-06T14:35:23.800" v="11581" actId="14100"/>
          <ac:spMkLst>
            <pc:docMk/>
            <pc:sldMk cId="3662292812" sldId="267"/>
            <ac:spMk id="3" creationId="{BB40E15D-DC17-A237-947C-629671C95A58}"/>
          </ac:spMkLst>
        </pc:spChg>
      </pc:sldChg>
      <pc:sldChg chg="modSp new del mod">
        <pc:chgData name="Ritik katiyar" userId="f25b9d231841d999" providerId="LiveId" clId="{087F0F9C-4E32-4950-AE69-4ACB69223A90}" dt="2026-03-06T07:57:59.106" v="10179" actId="2696"/>
        <pc:sldMkLst>
          <pc:docMk/>
          <pc:sldMk cId="170932470" sldId="268"/>
        </pc:sldMkLst>
        <pc:spChg chg="mod">
          <ac:chgData name="Ritik katiyar" userId="f25b9d231841d999" providerId="LiveId" clId="{087F0F9C-4E32-4950-AE69-4ACB69223A90}" dt="2026-03-06T07:53:59.278" v="10149" actId="27636"/>
          <ac:spMkLst>
            <pc:docMk/>
            <pc:sldMk cId="170932470" sldId="268"/>
            <ac:spMk id="3" creationId="{01F097AD-451E-4D57-5985-1F7A79769DCB}"/>
          </ac:spMkLst>
        </pc:spChg>
      </pc:sldChg>
      <pc:sldChg chg="addSp modSp new add del mod">
        <pc:chgData name="Ritik katiyar" userId="f25b9d231841d999" providerId="LiveId" clId="{087F0F9C-4E32-4950-AE69-4ACB69223A90}" dt="2026-03-06T15:25:41.204" v="11697" actId="47"/>
        <pc:sldMkLst>
          <pc:docMk/>
          <pc:sldMk cId="4063778199" sldId="269"/>
        </pc:sldMkLst>
        <pc:spChg chg="mod">
          <ac:chgData name="Ritik katiyar" userId="f25b9d231841d999" providerId="LiveId" clId="{087F0F9C-4E32-4950-AE69-4ACB69223A90}" dt="2026-03-06T14:55:58.411" v="11650" actId="20577"/>
          <ac:spMkLst>
            <pc:docMk/>
            <pc:sldMk cId="4063778199" sldId="269"/>
            <ac:spMk id="2" creationId="{B2D6657F-6172-D025-5B94-3AAB6BDB5382}"/>
          </ac:spMkLst>
        </pc:spChg>
        <pc:picChg chg="add mod">
          <ac:chgData name="Ritik katiyar" userId="f25b9d231841d999" providerId="LiveId" clId="{087F0F9C-4E32-4950-AE69-4ACB69223A90}" dt="2026-03-06T14:57:40.583" v="11661" actId="14100"/>
          <ac:picMkLst>
            <pc:docMk/>
            <pc:sldMk cId="4063778199" sldId="269"/>
            <ac:picMk id="4" creationId="{92901EC2-0AB7-7E21-5ECF-FE72FBCD5206}"/>
          </ac:picMkLst>
        </pc:picChg>
      </pc:sldChg>
      <pc:sldChg chg="addSp delSp modSp new add del mod">
        <pc:chgData name="Ritik katiyar" userId="f25b9d231841d999" providerId="LiveId" clId="{087F0F9C-4E32-4950-AE69-4ACB69223A90}" dt="2026-03-06T15:25:37.337" v="11692" actId="47"/>
        <pc:sldMkLst>
          <pc:docMk/>
          <pc:sldMk cId="53737746" sldId="270"/>
        </pc:sldMkLst>
        <pc:spChg chg="mod">
          <ac:chgData name="Ritik katiyar" userId="f25b9d231841d999" providerId="LiveId" clId="{087F0F9C-4E32-4950-AE69-4ACB69223A90}" dt="2026-03-06T14:52:32.526" v="11630" actId="207"/>
          <ac:spMkLst>
            <pc:docMk/>
            <pc:sldMk cId="53737746" sldId="270"/>
            <ac:spMk id="2" creationId="{63397874-C1B9-D1F1-3195-C5E4D98EE3E5}"/>
          </ac:spMkLst>
        </pc:spChg>
        <pc:spChg chg="add mod">
          <ac:chgData name="Ritik katiyar" userId="f25b9d231841d999" providerId="LiveId" clId="{087F0F9C-4E32-4950-AE69-4ACB69223A90}" dt="2026-03-06T14:45:19.838" v="11609" actId="14100"/>
          <ac:spMkLst>
            <pc:docMk/>
            <pc:sldMk cId="53737746" sldId="270"/>
            <ac:spMk id="4" creationId="{D78648C3-C072-C9F4-CA2A-737B0D3CAF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5E236-8480-4440-A8F8-FAA3A9C0D9B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1C141-53C5-4D03-864C-04A43D133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84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8009-9B4B-DE74-2C66-3FB825A91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A797E-EE43-5518-9736-438D58DEA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6E6F8-3BDD-AC3C-E878-AEF83572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F21A8-2FE3-5620-31B7-F57F77C7D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5B0D9-317A-88CF-6D78-EDB112C9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715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4C8D-5F3D-E286-B68B-233914B2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9B8C2-9E72-FB94-FDA5-9244AA3CD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2BC1B-AE36-4FFA-12F8-93DC2483D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453EC-DF08-0CE4-9F7F-7B7C4587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268ED-C429-7143-425E-FC0D533D1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49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EFE2-B5C1-3428-0066-2228E2E7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84403-752A-F75C-4B85-1982BC85C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EC40A-4747-A627-E802-B796AF81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16DE0-2D1F-4CB3-27ED-FFEACCEDD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1BE7D-F362-28B8-1D3C-D49D183C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58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F0A6-B22D-2454-99D8-A0759F9E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CE7B7-D560-4E44-C007-E80BF1B5B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4146A-B016-9919-8D44-4C00D4345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BE1B8-FCF9-4F21-81D5-39A58A0C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ED3EE-5654-E9F5-14B3-ED77175C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B7607-CF99-70CA-94AB-9189D8C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35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503B-BE71-CC0D-F00D-3D875A28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EBB49-59DC-A0B8-D678-07A35B22C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FFCB2-AD22-4EB5-F6F4-DE7A47FC0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E5E36-39BF-BA35-2545-022B8206B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A4BFD6-C171-7FE2-74F1-90E59E279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201C3-B579-83E1-6890-3ACD0F3ED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F8C1CB-1E3A-4683-1512-84F43E2C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AE6DC-CCFE-AD11-FBC2-C30048A6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23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E5F8-210D-311F-BF97-E41343E2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4F3925-29D3-357B-C9A0-F79FBA7EC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C76F0-F447-9C57-C681-C3A54930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63073-1B83-245A-FB67-13749AAC7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28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CE7300-355E-9710-7B18-2F68729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B5DF0-DA1A-4EEF-952D-5A941A03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F9EDA-9D1D-FD9B-F29B-695E8BD7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941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200A-021B-2AC6-B9B6-EF597B3A4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90BF-943F-3B0C-6A6C-3713E2E26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7DDEB-2B04-AFCE-2A2D-003E93F97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A1448-B163-BAA1-877C-45AB98C6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782D8-45B0-0240-83DE-AB352A80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ED1C9-DE43-36AE-16CD-F0AC8B36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02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496B-D5AF-1CF0-F04D-BCCD4DCD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9438FE-1050-D408-9AB5-8B89B0FEC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8002A-900D-7EF8-CE32-57B11020F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69BFB-2A19-60FE-576E-134F6C15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4517C-7D88-174C-0562-5FDEFBDF1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9808C-B6EE-921F-D1A2-34E6E402F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458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06D6-D8D4-AA04-3BF4-2EE3EA245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403A2-E6D8-2A79-2A14-5C53F80E0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21D45-0FC2-3898-F907-8A8592C5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EFBCB-FDC2-1675-0412-EC362737C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03489-9694-7C33-8917-8816FA89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188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38445-20B8-0DA3-8F96-68A7F9419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93A94-DEC2-DF60-FCD5-E0703C9BE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0BA2-782E-06F6-6293-A6B68408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6E0E7-DE58-DA2D-3C59-B3E50626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CEBB8-8FDD-2DA4-9D73-5215CDC5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264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83E168-CBFB-2041-55D9-C4A9CB668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00C11-C9F8-3588-2A13-91B5423BD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DE0E4-5EA7-B833-7773-63D41A2EE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78B8B-F7BA-454E-A65A-9D1EFFD098F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E2371-2F03-5AF0-C7EB-0FE2CFCBF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D5450-6AE8-79F9-E008-1B37A051C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FEA59-9A34-4370-AE7C-4CFD672BF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73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1" r:id="rId1"/>
    <p:sldLayoutId id="2147484912" r:id="rId2"/>
    <p:sldLayoutId id="2147484913" r:id="rId3"/>
    <p:sldLayoutId id="2147484914" r:id="rId4"/>
    <p:sldLayoutId id="2147484915" r:id="rId5"/>
    <p:sldLayoutId id="2147484916" r:id="rId6"/>
    <p:sldLayoutId id="2147484917" r:id="rId7"/>
    <p:sldLayoutId id="2147484918" r:id="rId8"/>
    <p:sldLayoutId id="2147484919" r:id="rId9"/>
    <p:sldLayoutId id="2147484920" r:id="rId10"/>
    <p:sldLayoutId id="21474849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05A7-BA9E-5CEF-F648-A19C30F72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4168" y="714703"/>
            <a:ext cx="8770374" cy="1091649"/>
          </a:xfrm>
        </p:spPr>
        <p:txBody>
          <a:bodyPr>
            <a:normAutofit/>
          </a:bodyPr>
          <a:lstStyle/>
          <a:p>
            <a:r>
              <a:rPr lang="en-US" sz="48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lgerian" panose="04020705040A02060702" pitchFamily="82" charset="0"/>
              </a:rPr>
              <a:t>IT TICKET ANALYSIS</a:t>
            </a:r>
            <a:endParaRPr lang="en-IN" sz="48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7053D-E9AF-05B2-8D5F-1697F0002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5974080"/>
            <a:ext cx="3312159" cy="56683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rgbClr val="7030A0"/>
                </a:solidFill>
              </a:rPr>
              <a:t>-</a:t>
            </a:r>
            <a:r>
              <a:rPr lang="en-US" sz="2000" b="1" i="1" dirty="0">
                <a:solidFill>
                  <a:srgbClr val="7030A0"/>
                </a:solidFill>
              </a:rPr>
              <a:t>Ritik Katiyar</a:t>
            </a:r>
            <a:endParaRPr lang="en-IN" sz="2000" b="1" i="1" dirty="0">
              <a:solidFill>
                <a:srgbClr val="7030A0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89F95CB-F8BC-471D-431E-28123F6BB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6772" y="1806352"/>
            <a:ext cx="5980387" cy="392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93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84C0-C671-BDBC-180D-6ACDD1017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048" y="1179871"/>
            <a:ext cx="9301655" cy="904570"/>
          </a:xfrm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sz="4000" b="1" i="1" dirty="0">
                <a:ln/>
                <a:solidFill>
                  <a:srgbClr val="7030A0"/>
                </a:solidFill>
              </a:rPr>
              <a:t>Problem statement</a:t>
            </a:r>
            <a:endParaRPr lang="en-IN" sz="4000" b="1" i="1" dirty="0">
              <a:ln/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4CBFD-0271-B3F8-10A8-54EA860C9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228" y="2524433"/>
            <a:ext cx="8534400" cy="4112341"/>
          </a:xfrm>
        </p:spPr>
        <p:txBody>
          <a:bodyPr>
            <a:normAutofit/>
          </a:bodyPr>
          <a:lstStyle/>
          <a:p>
            <a:pPr marL="914400" lvl="1" indent="-4572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i="1" dirty="0"/>
              <a:t>To understand the performance of IT Agents.</a:t>
            </a:r>
          </a:p>
          <a:p>
            <a:pPr lvl="1" algn="l">
              <a:buClr>
                <a:srgbClr val="FF0000"/>
              </a:buClr>
            </a:pPr>
            <a:endParaRPr lang="en-US" i="1" dirty="0"/>
          </a:p>
          <a:p>
            <a:pPr marL="914400" lvl="1" indent="-4572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i="1" dirty="0"/>
              <a:t>To understand the efficiency of ticket resolution.</a:t>
            </a:r>
          </a:p>
          <a:p>
            <a:pPr marL="914400" lvl="1" indent="-4572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i="1" dirty="0"/>
          </a:p>
          <a:p>
            <a:pPr marL="914400" lvl="1" indent="-4572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i="1" dirty="0"/>
              <a:t>To understand the satisfaction levels of employees</a:t>
            </a:r>
            <a:r>
              <a:rPr lang="en-US" i="1" dirty="0">
                <a:solidFill>
                  <a:srgbClr val="00B050"/>
                </a:solidFill>
              </a:rPr>
              <a:t>. </a:t>
            </a:r>
            <a:endParaRPr lang="en-IN" i="1" dirty="0">
              <a:solidFill>
                <a:srgbClr val="00B050"/>
              </a:solidFill>
            </a:endParaRPr>
          </a:p>
        </p:txBody>
      </p:sp>
      <p:pic>
        <p:nvPicPr>
          <p:cNvPr id="5" name="Graphic 4" descr="Brain with solid fill">
            <a:extLst>
              <a:ext uri="{FF2B5EF4-FFF2-40B4-BE49-F238E27FC236}">
                <a16:creationId xmlns:a16="http://schemas.microsoft.com/office/drawing/2014/main" id="{3F00C1F9-89E7-65D8-83EF-68FBA906C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0350" y="2084440"/>
            <a:ext cx="2479084" cy="210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5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19573-4044-C917-0D36-F909E0644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859" y="1074090"/>
            <a:ext cx="7703574" cy="973054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en-US" sz="4000" b="1" i="1" dirty="0">
                <a:ln/>
                <a:solidFill>
                  <a:srgbClr val="7030A0"/>
                </a:solidFill>
              </a:rPr>
              <a:t>AIMS</a:t>
            </a:r>
            <a:endParaRPr lang="en-IN" sz="4000" b="1" i="1" dirty="0">
              <a:ln/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3FDB0-75FC-9CB2-A695-EE0CF1BB7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9" y="2470101"/>
            <a:ext cx="8962102" cy="2827282"/>
          </a:xfrm>
        </p:spPr>
        <p:txBody>
          <a:bodyPr>
            <a:noAutofit/>
          </a:bodyPr>
          <a:lstStyle/>
          <a:p>
            <a:pPr marL="457200" indent="-4572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To evaluate the performance among IT agents.</a:t>
            </a:r>
          </a:p>
          <a:p>
            <a:pPr marL="457200" indent="-4572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Assess the overall effectiveness of the team.</a:t>
            </a:r>
          </a:p>
          <a:p>
            <a:pPr marL="457200" indent="-4572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Identify the areas for improvement in the ticket resolution process.</a:t>
            </a:r>
          </a:p>
          <a:p>
            <a:pPr marL="457200" indent="-4572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To make informed staffing decisions, including hiring, firing, &amp; training.</a:t>
            </a:r>
          </a:p>
          <a:p>
            <a:pPr marL="457200" indent="-4572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To enhance overall service quality and team performance.</a:t>
            </a:r>
            <a:endParaRPr lang="en-IN" sz="2000" i="1" dirty="0"/>
          </a:p>
        </p:txBody>
      </p:sp>
      <p:pic>
        <p:nvPicPr>
          <p:cNvPr id="5" name="Graphic 4" descr="Classroom with solid fill">
            <a:extLst>
              <a:ext uri="{FF2B5EF4-FFF2-40B4-BE49-F238E27FC236}">
                <a16:creationId xmlns:a16="http://schemas.microsoft.com/office/drawing/2014/main" id="{BA4CBD51-1ABE-50E9-6D6A-1B0439579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7961" y="2349909"/>
            <a:ext cx="2042398" cy="200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7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07CB-3210-3684-302D-18E0F6A8A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2" y="1093076"/>
            <a:ext cx="5254155" cy="981529"/>
          </a:xfrm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i="1" dirty="0">
                <a:ln/>
                <a:solidFill>
                  <a:srgbClr val="7030A0"/>
                </a:solidFill>
              </a:rPr>
              <a:t>Performance data</a:t>
            </a:r>
            <a:endParaRPr lang="en-IN" sz="4000" b="1" i="1" dirty="0">
              <a:ln/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D5B6E-5936-5E83-9601-5AA5AC661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538" y="2585545"/>
            <a:ext cx="9047287" cy="2974427"/>
          </a:xfrm>
        </p:spPr>
        <p:txBody>
          <a:bodyPr>
            <a:normAutofit/>
          </a:bodyPr>
          <a:lstStyle/>
          <a:p>
            <a:pPr marL="342900" indent="-3429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Total Agents – 50</a:t>
            </a:r>
          </a:p>
          <a:p>
            <a:pPr marL="342900" indent="-3429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Average age of IT Agents- 40 years</a:t>
            </a:r>
          </a:p>
          <a:p>
            <a:pPr marL="342900" indent="-3429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Total number of Tickets – 97,498</a:t>
            </a:r>
          </a:p>
          <a:p>
            <a:pPr marL="342900" indent="-3429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Average daily ticket volume – 53.36 (Total tickets/total unique days).</a:t>
            </a:r>
          </a:p>
          <a:p>
            <a:pPr marL="342900" indent="-342900" algn="l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IN" sz="2000" i="1" dirty="0"/>
              <a:t>Average Resolution Time for tickets – 4.5 days</a:t>
            </a:r>
            <a:endParaRPr lang="en-IN" sz="2000" dirty="0"/>
          </a:p>
        </p:txBody>
      </p:sp>
      <p:pic>
        <p:nvPicPr>
          <p:cNvPr id="5" name="Graphic 4" descr="Cheers with solid fill">
            <a:extLst>
              <a:ext uri="{FF2B5EF4-FFF2-40B4-BE49-F238E27FC236}">
                <a16:creationId xmlns:a16="http://schemas.microsoft.com/office/drawing/2014/main" id="{86F67716-C32B-D972-B72D-C5A54EEEE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2901" y="2396359"/>
            <a:ext cx="2240823" cy="201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1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7874-C1B9-D1F1-3195-C5E4D98EE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82" y="819808"/>
            <a:ext cx="4426550" cy="788276"/>
          </a:xfrm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857250" indent="-857250" algn="ctr">
              <a:buFont typeface="Wingdings" panose="05000000000000000000" pitchFamily="2" charset="2"/>
              <a:buChar char="q"/>
            </a:pPr>
            <a:r>
              <a:rPr lang="en-US" sz="4000" b="1" i="1" u="sng" dirty="0">
                <a:ln/>
                <a:solidFill>
                  <a:srgbClr val="7030A0"/>
                </a:solidFill>
              </a:rPr>
              <a:t>KPIs Overview</a:t>
            </a:r>
            <a:endParaRPr lang="en-IN" sz="4000" b="1" i="1" u="sng" dirty="0">
              <a:ln/>
              <a:solidFill>
                <a:srgbClr val="7030A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8648C3-C072-C9F4-CA2A-737B0D3CAF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0414" y="1987480"/>
            <a:ext cx="1064579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Total No. of Tickets (Ticket Volume)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No. of Agents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Avg. Resolution Time (Days) to Fix the Issue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Avg. Satisfaction Rate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Ticket Volume Over Time (Year)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Ticket Volume, Avg. Satisfaction Rate &amp; Avg. Resolution Time by Age Group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Volume of Tickets by Severity (Priority-Based)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Avg. Resolution Time (Days) by Request Category (Severity-Based)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Peak &amp; Off-Peak Months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Distribution of Tickets by Request Category</a:t>
            </a:r>
          </a:p>
        </p:txBody>
      </p:sp>
    </p:spTree>
    <p:extLst>
      <p:ext uri="{BB962C8B-B14F-4D97-AF65-F5344CB8AC3E}">
        <p14:creationId xmlns:p14="http://schemas.microsoft.com/office/powerpoint/2010/main" val="53737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647051-EA38-164C-7A5D-2413830B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79" y="314631"/>
            <a:ext cx="9049407" cy="894059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US" sz="4000" b="1" i="1" dirty="0">
                <a:ln/>
                <a:solidFill>
                  <a:srgbClr val="7030A0"/>
                </a:solidFill>
              </a:rPr>
              <a:t>Volume of Tickets over Time(years)</a:t>
            </a:r>
            <a:endParaRPr lang="en-IN" sz="4000" b="1" i="1" dirty="0">
              <a:ln/>
              <a:solidFill>
                <a:srgbClr val="7030A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BA9F74-1C0C-E1F4-63D2-798DAFFC5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4626" y="2333296"/>
            <a:ext cx="4417142" cy="4377219"/>
          </a:xfrm>
        </p:spPr>
        <p:txBody>
          <a:bodyPr>
            <a:no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Tickets volume has steadily increased over the years.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Spikes were noticed in 2018 and 2019, with the highest spike in 2020.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Volume of Tickets increases but number of agents has remained constant over the years, resulting in a higher workload</a:t>
            </a:r>
            <a:r>
              <a:rPr lang="en-US" b="1" i="1" dirty="0"/>
              <a:t>.</a:t>
            </a:r>
            <a:endParaRPr lang="en-IN" b="1" i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F17D5C-0261-755D-6B57-1C2DDD922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055" y="2333295"/>
            <a:ext cx="5793319" cy="29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229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5567-3D4A-A71E-8B1F-63B2EEF9E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75" y="540773"/>
            <a:ext cx="8597463" cy="625875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n-US" sz="4000" b="1" i="1" dirty="0">
                <a:ln/>
                <a:solidFill>
                  <a:srgbClr val="7030A0"/>
                </a:solidFill>
              </a:rPr>
              <a:t>Distribution of Tickets by Severity</a:t>
            </a:r>
            <a:endParaRPr lang="en-IN" sz="4000" b="1" i="1" dirty="0">
              <a:ln/>
              <a:solidFill>
                <a:srgbClr val="7030A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D2B83-0DEA-7349-98F2-06ABD9407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295366"/>
            <a:ext cx="4417142" cy="4180855"/>
          </a:xfrm>
        </p:spPr>
        <p:txBody>
          <a:bodyPr>
            <a:norm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IN" sz="2000" i="1" dirty="0"/>
              <a:t>There is mis-match between severity &amp; priority, as</a:t>
            </a:r>
            <a:r>
              <a:rPr lang="en-US" sz="2000" i="1" dirty="0"/>
              <a:t> large number of Normal severity tickets remain unassigned.</a:t>
            </a:r>
            <a:endParaRPr lang="en-IN" sz="2000" i="1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Major, Minor, Urgent, and Unclassified tickets have the least unassigned volume.</a:t>
            </a:r>
            <a:endParaRPr lang="en-IN" sz="2000" i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8B6085-F883-E39C-1978-AC114A31C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514" y="2295366"/>
            <a:ext cx="6030686" cy="281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66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8AD5-72FC-07CF-270E-0D46D61B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6" y="334297"/>
            <a:ext cx="9779367" cy="706227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n-US" sz="4000" b="1" i="1" dirty="0">
                <a:ln/>
                <a:solidFill>
                  <a:srgbClr val="7030A0"/>
                </a:solidFill>
              </a:rPr>
              <a:t>Volume of Tickets by Request Category</a:t>
            </a:r>
            <a:endParaRPr lang="en-IN" sz="4000" b="1" i="1" dirty="0">
              <a:ln/>
              <a:solidFill>
                <a:srgbClr val="7030A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F8C9C-5474-070D-A666-0DF00F693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798" y="2166763"/>
            <a:ext cx="4243553" cy="4243868"/>
          </a:xfrm>
        </p:spPr>
        <p:txBody>
          <a:bodyPr>
            <a:norm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System and Login Access requests together account for nearly 75% of total ticket volume, indicating that most support demand is concentrated around system operations and access management.</a:t>
            </a:r>
            <a:endParaRPr lang="en-IN" sz="2000" i="1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IN" sz="2000" i="1" dirty="0"/>
              <a:t>System-related tickets represent the largest share(40%), followed by Login access(30%),Software(20%) and Hardware(10%).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AC35AD-7821-E91F-0797-ED36B50D3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993" y="2166762"/>
            <a:ext cx="5822731" cy="348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33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BF49B-B695-D559-48EA-9354CE2E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72" y="383458"/>
            <a:ext cx="6783597" cy="615025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000" b="1" i="1" dirty="0">
                <a:ln/>
                <a:solidFill>
                  <a:srgbClr val="7030A0"/>
                </a:solidFill>
              </a:rPr>
              <a:t>Peak &amp; off-peak Months</a:t>
            </a:r>
            <a:endParaRPr lang="en-IN" sz="4000" b="1" i="1" dirty="0">
              <a:ln/>
              <a:solidFill>
                <a:srgbClr val="7030A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B23EC-5AE8-3F67-3872-535AB7970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477" y="1599203"/>
            <a:ext cx="5048695" cy="5076900"/>
          </a:xfrm>
        </p:spPr>
        <p:txBody>
          <a:bodyPr>
            <a:norm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Peak months with more than 8,400 tickets are August, October, and December, while off-peak months with less than 8,000 tickets are January, February, and April.</a:t>
            </a:r>
            <a:endParaRPr lang="en-IN" sz="2000" i="1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Agents have steadily improved the average satisfaction rate from 3.97 in 2016 to 4.16 in 2020.</a:t>
            </a:r>
            <a:endParaRPr lang="en-IN" sz="2000" i="1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i="1" dirty="0"/>
              <a:t>Highest monthly satisfaction is recorded in January, July, and April, while lowest satisfaction is in June, despite good volume of tickets(8,141) tickets).</a:t>
            </a:r>
            <a:endParaRPr lang="en-IN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i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F959A6-CB39-C65E-16FD-41589F0E9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172" y="1599203"/>
            <a:ext cx="6783597" cy="333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73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657F-6172-D025-5B94-3AAB6BDB5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1" y="2172929"/>
            <a:ext cx="9920747" cy="3873910"/>
          </a:xfrm>
        </p:spPr>
        <p:txBody>
          <a:bodyPr>
            <a:normAutofit/>
          </a:bodyPr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901EC2-0AB7-7E21-5ECF-FE72FBCD5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91" y="472966"/>
            <a:ext cx="10846676" cy="581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78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1052</TotalTime>
  <Words>441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Aptos</vt:lpstr>
      <vt:lpstr>Aptos Display</vt:lpstr>
      <vt:lpstr>Arial</vt:lpstr>
      <vt:lpstr>Wingdings</vt:lpstr>
      <vt:lpstr>Office Theme</vt:lpstr>
      <vt:lpstr>IT TICKET ANALYSIS</vt:lpstr>
      <vt:lpstr>Problem statement</vt:lpstr>
      <vt:lpstr>AIMS</vt:lpstr>
      <vt:lpstr>Performance data</vt:lpstr>
      <vt:lpstr>KPIs Overview</vt:lpstr>
      <vt:lpstr>Volume of Tickets over Time(years)</vt:lpstr>
      <vt:lpstr>Distribution of Tickets by Severity</vt:lpstr>
      <vt:lpstr>Volume of Tickets by Request Category</vt:lpstr>
      <vt:lpstr>Peak &amp; off-peak Months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Ritik katiyar</dc:creator>
  <cp:lastModifiedBy>Ritik katiyar</cp:lastModifiedBy>
  <cp:revision>1</cp:revision>
  <dcterms:created xsi:type="dcterms:W3CDTF">2026-02-23T04:28:27Z</dcterms:created>
  <dcterms:modified xsi:type="dcterms:W3CDTF">2026-03-06T15:25:50Z</dcterms:modified>
</cp:coreProperties>
</file>