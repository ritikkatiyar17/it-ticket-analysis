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910" r:id="rId1"/>
  </p:sldMasterIdLst>
  <p:notesMasterIdLst>
    <p:notesMasterId r:id="rId16"/>
  </p:notesMasterIdLst>
  <p:sldIdLst>
    <p:sldId id="256" r:id="rId2"/>
    <p:sldId id="257" r:id="rId3"/>
    <p:sldId id="258" r:id="rId4"/>
    <p:sldId id="259" r:id="rId5"/>
    <p:sldId id="270" r:id="rId6"/>
    <p:sldId id="260" r:id="rId7"/>
    <p:sldId id="261" r:id="rId8"/>
    <p:sldId id="262" r:id="rId9"/>
    <p:sldId id="263" r:id="rId10"/>
    <p:sldId id="264" r:id="rId11"/>
    <p:sldId id="265" r:id="rId12"/>
    <p:sldId id="266" r:id="rId13"/>
    <p:sldId id="267" r:id="rId14"/>
    <p:sldId id="26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85CB32B-E3CD-456A-AAE5-E45DC9441D22}" v="167" dt="2026-03-06T14:45:19.8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868" autoAdjust="0"/>
    <p:restoredTop sz="89020" autoAdjust="0"/>
  </p:normalViewPr>
  <p:slideViewPr>
    <p:cSldViewPr snapToGrid="0">
      <p:cViewPr varScale="1">
        <p:scale>
          <a:sx n="73" d="100"/>
          <a:sy n="73" d="100"/>
        </p:scale>
        <p:origin x="941"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tik katiyar" userId="f25b9d231841d999" providerId="LiveId" clId="{087F0F9C-4E32-4950-AE69-4ACB69223A90}"/>
    <pc:docChg chg="undo redo custSel addSld delSld modSld sldOrd">
      <pc:chgData name="Ritik katiyar" userId="f25b9d231841d999" providerId="LiveId" clId="{087F0F9C-4E32-4950-AE69-4ACB69223A90}" dt="2026-03-06T15:07:20.659" v="11673"/>
      <pc:docMkLst>
        <pc:docMk/>
      </pc:docMkLst>
      <pc:sldChg chg="modSp mod ord">
        <pc:chgData name="Ritik katiyar" userId="f25b9d231841d999" providerId="LiveId" clId="{087F0F9C-4E32-4950-AE69-4ACB69223A90}" dt="2026-03-06T14:26:26.324" v="11317" actId="255"/>
        <pc:sldMkLst>
          <pc:docMk/>
          <pc:sldMk cId="464893577" sldId="256"/>
        </pc:sldMkLst>
        <pc:spChg chg="mod">
          <ac:chgData name="Ritik katiyar" userId="f25b9d231841d999" providerId="LiveId" clId="{087F0F9C-4E32-4950-AE69-4ACB69223A90}" dt="2026-03-06T14:26:14.250" v="11316" actId="122"/>
          <ac:spMkLst>
            <pc:docMk/>
            <pc:sldMk cId="464893577" sldId="256"/>
            <ac:spMk id="2" creationId="{686605A7-BA9E-5CEF-F648-A19C30F7298E}"/>
          </ac:spMkLst>
        </pc:spChg>
        <pc:spChg chg="mod">
          <ac:chgData name="Ritik katiyar" userId="f25b9d231841d999" providerId="LiveId" clId="{087F0F9C-4E32-4950-AE69-4ACB69223A90}" dt="2026-03-06T14:26:26.324" v="11317" actId="255"/>
          <ac:spMkLst>
            <pc:docMk/>
            <pc:sldMk cId="464893577" sldId="256"/>
            <ac:spMk id="3" creationId="{4E47053D-E9AF-05B2-8D5F-1697F0002C05}"/>
          </ac:spMkLst>
        </pc:spChg>
        <pc:picChg chg="mod">
          <ac:chgData name="Ritik katiyar" userId="f25b9d231841d999" providerId="LiveId" clId="{087F0F9C-4E32-4950-AE69-4ACB69223A90}" dt="2026-03-06T14:26:07.231" v="11313" actId="14100"/>
          <ac:picMkLst>
            <pc:docMk/>
            <pc:sldMk cId="464893577" sldId="256"/>
            <ac:picMk id="9" creationId="{689F95CB-F8BC-471D-431E-28123F6BBE48}"/>
          </ac:picMkLst>
        </pc:picChg>
      </pc:sldChg>
      <pc:sldChg chg="addSp modSp new mod ord">
        <pc:chgData name="Ritik katiyar" userId="f25b9d231841d999" providerId="LiveId" clId="{087F0F9C-4E32-4950-AE69-4ACB69223A90}" dt="2026-03-06T15:07:20.659" v="11673"/>
        <pc:sldMkLst>
          <pc:docMk/>
          <pc:sldMk cId="1499451776" sldId="257"/>
        </pc:sldMkLst>
        <pc:spChg chg="mod">
          <ac:chgData name="Ritik katiyar" userId="f25b9d231841d999" providerId="LiveId" clId="{087F0F9C-4E32-4950-AE69-4ACB69223A90}" dt="2026-03-06T14:52:03.823" v="11626" actId="207"/>
          <ac:spMkLst>
            <pc:docMk/>
            <pc:sldMk cId="1499451776" sldId="257"/>
            <ac:spMk id="2" creationId="{1CD184C0-C671-BDBC-180D-6ACDD1017CFA}"/>
          </ac:spMkLst>
        </pc:spChg>
        <pc:spChg chg="mod">
          <ac:chgData name="Ritik katiyar" userId="f25b9d231841d999" providerId="LiveId" clId="{087F0F9C-4E32-4950-AE69-4ACB69223A90}" dt="2026-03-06T14:43:27.276" v="11595" actId="14100"/>
          <ac:spMkLst>
            <pc:docMk/>
            <pc:sldMk cId="1499451776" sldId="257"/>
            <ac:spMk id="3" creationId="{1D44CBFD-0271-B3F8-10A8-54EA860C9E70}"/>
          </ac:spMkLst>
        </pc:spChg>
        <pc:picChg chg="add mod">
          <ac:chgData name="Ritik katiyar" userId="f25b9d231841d999" providerId="LiveId" clId="{087F0F9C-4E32-4950-AE69-4ACB69223A90}" dt="2026-03-06T14:43:41.276" v="11598" actId="14100"/>
          <ac:picMkLst>
            <pc:docMk/>
            <pc:sldMk cId="1499451776" sldId="257"/>
            <ac:picMk id="5" creationId="{3F00C1F9-89E7-65D8-83EF-68FBA906C567}"/>
          </ac:picMkLst>
        </pc:picChg>
      </pc:sldChg>
      <pc:sldChg chg="addSp modSp new mod ord modTransition">
        <pc:chgData name="Ritik katiyar" userId="f25b9d231841d999" providerId="LiveId" clId="{087F0F9C-4E32-4950-AE69-4ACB69223A90}" dt="2026-03-06T15:02:13.480" v="11664"/>
        <pc:sldMkLst>
          <pc:docMk/>
          <pc:sldMk cId="1933378564" sldId="258"/>
        </pc:sldMkLst>
        <pc:spChg chg="mod">
          <ac:chgData name="Ritik katiyar" userId="f25b9d231841d999" providerId="LiveId" clId="{087F0F9C-4E32-4950-AE69-4ACB69223A90}" dt="2026-03-06T14:52:14.108" v="11628" actId="207"/>
          <ac:spMkLst>
            <pc:docMk/>
            <pc:sldMk cId="1933378564" sldId="258"/>
            <ac:spMk id="2" creationId="{DC919573-4044-C917-0D36-F909E06440B9}"/>
          </ac:spMkLst>
        </pc:spChg>
        <pc:spChg chg="mod">
          <ac:chgData name="Ritik katiyar" userId="f25b9d231841d999" providerId="LiveId" clId="{087F0F9C-4E32-4950-AE69-4ACB69223A90}" dt="2026-03-06T14:42:02.461" v="11586" actId="1076"/>
          <ac:spMkLst>
            <pc:docMk/>
            <pc:sldMk cId="1933378564" sldId="258"/>
            <ac:spMk id="3" creationId="{8893FDB0-75FC-9CB2-A695-EE0CF1BB7501}"/>
          </ac:spMkLst>
        </pc:spChg>
        <pc:picChg chg="add mod">
          <ac:chgData name="Ritik katiyar" userId="f25b9d231841d999" providerId="LiveId" clId="{087F0F9C-4E32-4950-AE69-4ACB69223A90}" dt="2026-03-06T14:42:37.562" v="11591" actId="27349"/>
          <ac:picMkLst>
            <pc:docMk/>
            <pc:sldMk cId="1933378564" sldId="258"/>
            <ac:picMk id="5" creationId="{BA4CBD51-1ABE-50E9-6D6A-1B0439579C94}"/>
          </ac:picMkLst>
        </pc:picChg>
      </pc:sldChg>
      <pc:sldChg chg="addSp modSp new mod">
        <pc:chgData name="Ritik katiyar" userId="f25b9d231841d999" providerId="LiveId" clId="{087F0F9C-4E32-4950-AE69-4ACB69223A90}" dt="2026-03-06T14:52:21.510" v="11629" actId="207"/>
        <pc:sldMkLst>
          <pc:docMk/>
          <pc:sldMk cId="1875317767" sldId="259"/>
        </pc:sldMkLst>
        <pc:spChg chg="mod">
          <ac:chgData name="Ritik katiyar" userId="f25b9d231841d999" providerId="LiveId" clId="{087F0F9C-4E32-4950-AE69-4ACB69223A90}" dt="2026-03-06T14:52:21.510" v="11629" actId="207"/>
          <ac:spMkLst>
            <pc:docMk/>
            <pc:sldMk cId="1875317767" sldId="259"/>
            <ac:spMk id="2" creationId="{3D8A07CB-3210-3684-302D-18E0F6A8A5C8}"/>
          </ac:spMkLst>
        </pc:spChg>
        <pc:spChg chg="mod">
          <ac:chgData name="Ritik katiyar" userId="f25b9d231841d999" providerId="LiveId" clId="{087F0F9C-4E32-4950-AE69-4ACB69223A90}" dt="2026-03-06T14:44:27.265" v="11603" actId="14100"/>
          <ac:spMkLst>
            <pc:docMk/>
            <pc:sldMk cId="1875317767" sldId="259"/>
            <ac:spMk id="3" creationId="{D53D5B6E-5936-5E83-9601-5AA5AC66105F}"/>
          </ac:spMkLst>
        </pc:spChg>
        <pc:picChg chg="add mod">
          <ac:chgData name="Ritik katiyar" userId="f25b9d231841d999" providerId="LiveId" clId="{087F0F9C-4E32-4950-AE69-4ACB69223A90}" dt="2026-03-06T14:44:57.452" v="11607" actId="14100"/>
          <ac:picMkLst>
            <pc:docMk/>
            <pc:sldMk cId="1875317767" sldId="259"/>
            <ac:picMk id="5" creationId="{86F67716-C32B-D972-B72D-C5A54EEEED7A}"/>
          </ac:picMkLst>
        </pc:picChg>
      </pc:sldChg>
      <pc:sldChg chg="addSp delSp modSp new mod modClrScheme chgLayout">
        <pc:chgData name="Ritik katiyar" userId="f25b9d231841d999" providerId="LiveId" clId="{087F0F9C-4E32-4950-AE69-4ACB69223A90}" dt="2026-03-06T14:52:44.763" v="11632" actId="20577"/>
        <pc:sldMkLst>
          <pc:docMk/>
          <pc:sldMk cId="4213229852" sldId="260"/>
        </pc:sldMkLst>
        <pc:spChg chg="add del mod">
          <ac:chgData name="Ritik katiyar" userId="f25b9d231841d999" providerId="LiveId" clId="{087F0F9C-4E32-4950-AE69-4ACB69223A90}" dt="2026-03-06T09:16:14.711" v="10619" actId="931"/>
          <ac:spMkLst>
            <pc:docMk/>
            <pc:sldMk cId="4213229852" sldId="260"/>
            <ac:spMk id="3" creationId="{66302446-B3FE-0C2E-79B8-D9CCB3B339E3}"/>
          </ac:spMkLst>
        </pc:spChg>
        <pc:spChg chg="add del mod">
          <ac:chgData name="Ritik katiyar" userId="f25b9d231841d999" providerId="LiveId" clId="{087F0F9C-4E32-4950-AE69-4ACB69223A90}" dt="2026-03-06T14:01:59.048" v="11078" actId="931"/>
          <ac:spMkLst>
            <pc:docMk/>
            <pc:sldMk cId="4213229852" sldId="260"/>
            <ac:spMk id="3" creationId="{BA19DF71-69B5-002F-9704-57434A067B99}"/>
          </ac:spMkLst>
        </pc:spChg>
        <pc:spChg chg="add mod ord">
          <ac:chgData name="Ritik katiyar" userId="f25b9d231841d999" providerId="LiveId" clId="{087F0F9C-4E32-4950-AE69-4ACB69223A90}" dt="2026-03-06T14:52:44.763" v="11632" actId="20577"/>
          <ac:spMkLst>
            <pc:docMk/>
            <pc:sldMk cId="4213229852" sldId="260"/>
            <ac:spMk id="4" creationId="{54647051-EA38-164C-7A5D-2413830B0A38}"/>
          </ac:spMkLst>
        </pc:spChg>
        <pc:spChg chg="add mod ord">
          <ac:chgData name="Ritik katiyar" userId="f25b9d231841d999" providerId="LiveId" clId="{087F0F9C-4E32-4950-AE69-4ACB69223A90}" dt="2026-03-06T14:07:34.030" v="11103" actId="113"/>
          <ac:spMkLst>
            <pc:docMk/>
            <pc:sldMk cId="4213229852" sldId="260"/>
            <ac:spMk id="6" creationId="{B3BA9F74-1C0C-E1F4-63D2-798DAFFC5CD9}"/>
          </ac:spMkLst>
        </pc:spChg>
        <pc:picChg chg="add mod ord">
          <ac:chgData name="Ritik katiyar" userId="f25b9d231841d999" providerId="LiveId" clId="{087F0F9C-4E32-4950-AE69-4ACB69223A90}" dt="2026-03-06T14:04:53.339" v="11093" actId="14100"/>
          <ac:picMkLst>
            <pc:docMk/>
            <pc:sldMk cId="4213229852" sldId="260"/>
            <ac:picMk id="7" creationId="{0DF17D5C-0261-755D-6B57-1C2DDD922D65}"/>
          </ac:picMkLst>
        </pc:picChg>
        <pc:picChg chg="add del mod ord">
          <ac:chgData name="Ritik katiyar" userId="f25b9d231841d999" providerId="LiveId" clId="{087F0F9C-4E32-4950-AE69-4ACB69223A90}" dt="2026-03-06T08:52:01.566" v="10481" actId="21"/>
          <ac:picMkLst>
            <pc:docMk/>
            <pc:sldMk cId="4213229852" sldId="260"/>
            <ac:picMk id="7" creationId="{1E5696A1-8673-8FC9-EC8C-9B6B0B8C6205}"/>
          </ac:picMkLst>
        </pc:picChg>
        <pc:picChg chg="add del mod ord">
          <ac:chgData name="Ritik katiyar" userId="f25b9d231841d999" providerId="LiveId" clId="{087F0F9C-4E32-4950-AE69-4ACB69223A90}" dt="2026-03-06T14:01:49.104" v="11077" actId="21"/>
          <ac:picMkLst>
            <pc:docMk/>
            <pc:sldMk cId="4213229852" sldId="260"/>
            <ac:picMk id="8" creationId="{0C81D33C-C002-66BF-5825-3A5318FDED6E}"/>
          </ac:picMkLst>
        </pc:picChg>
      </pc:sldChg>
      <pc:sldChg chg="addSp delSp modSp new mod">
        <pc:chgData name="Ritik katiyar" userId="f25b9d231841d999" providerId="LiveId" clId="{087F0F9C-4E32-4950-AE69-4ACB69223A90}" dt="2026-03-06T14:53:00.985" v="11633" actId="207"/>
        <pc:sldMkLst>
          <pc:docMk/>
          <pc:sldMk cId="2578866702" sldId="261"/>
        </pc:sldMkLst>
        <pc:spChg chg="mod">
          <ac:chgData name="Ritik katiyar" userId="f25b9d231841d999" providerId="LiveId" clId="{087F0F9C-4E32-4950-AE69-4ACB69223A90}" dt="2026-03-06T14:53:00.985" v="11633" actId="207"/>
          <ac:spMkLst>
            <pc:docMk/>
            <pc:sldMk cId="2578866702" sldId="261"/>
            <ac:spMk id="2" creationId="{33F55567-3D4A-A71E-8B1F-63B2EEF9E6AC}"/>
          </ac:spMkLst>
        </pc:spChg>
        <pc:spChg chg="mod">
          <ac:chgData name="Ritik katiyar" userId="f25b9d231841d999" providerId="LiveId" clId="{087F0F9C-4E32-4950-AE69-4ACB69223A90}" dt="2026-03-06T14:07:56.105" v="11106" actId="14100"/>
          <ac:spMkLst>
            <pc:docMk/>
            <pc:sldMk cId="2578866702" sldId="261"/>
            <ac:spMk id="4" creationId="{E93D2B83-0DEA-7349-98F2-06ABD940746D}"/>
          </ac:spMkLst>
        </pc:spChg>
        <pc:spChg chg="add del mod">
          <ac:chgData name="Ritik katiyar" userId="f25b9d231841d999" providerId="LiveId" clId="{087F0F9C-4E32-4950-AE69-4ACB69223A90}" dt="2026-03-06T08:46:51.323" v="10438" actId="931"/>
          <ac:spMkLst>
            <pc:docMk/>
            <pc:sldMk cId="2578866702" sldId="261"/>
            <ac:spMk id="5" creationId="{88D3CD75-3281-28B7-0CA7-BB1D74B4638A}"/>
          </ac:spMkLst>
        </pc:spChg>
        <pc:spChg chg="add del mod">
          <ac:chgData name="Ritik katiyar" userId="f25b9d231841d999" providerId="LiveId" clId="{087F0F9C-4E32-4950-AE69-4ACB69223A90}" dt="2026-03-06T14:06:18.744" v="11095" actId="931"/>
          <ac:spMkLst>
            <pc:docMk/>
            <pc:sldMk cId="2578866702" sldId="261"/>
            <ac:spMk id="5" creationId="{CDE4447F-EF55-DA12-EB40-92DEBC57A90E}"/>
          </ac:spMkLst>
        </pc:spChg>
        <pc:picChg chg="add del mod ord">
          <ac:chgData name="Ritik katiyar" userId="f25b9d231841d999" providerId="LiveId" clId="{087F0F9C-4E32-4950-AE69-4ACB69223A90}" dt="2026-03-06T14:05:06.411" v="11094" actId="21"/>
          <ac:picMkLst>
            <pc:docMk/>
            <pc:sldMk cId="2578866702" sldId="261"/>
            <ac:picMk id="7" creationId="{C8667243-50B1-0844-3C28-1F05E98FF6D2}"/>
          </ac:picMkLst>
        </pc:picChg>
        <pc:picChg chg="add mod ord">
          <ac:chgData name="Ritik katiyar" userId="f25b9d231841d999" providerId="LiveId" clId="{087F0F9C-4E32-4950-AE69-4ACB69223A90}" dt="2026-03-06T14:07:00.783" v="11101" actId="14100"/>
          <ac:picMkLst>
            <pc:docMk/>
            <pc:sldMk cId="2578866702" sldId="261"/>
            <ac:picMk id="8" creationId="{0D8B6085-F883-E39C-1978-AC114A31CA67}"/>
          </ac:picMkLst>
        </pc:picChg>
        <pc:picChg chg="add del mod ord">
          <ac:chgData name="Ritik katiyar" userId="f25b9d231841d999" providerId="LiveId" clId="{087F0F9C-4E32-4950-AE69-4ACB69223A90}" dt="2026-03-06T08:38:20.342" v="10421" actId="21"/>
          <ac:picMkLst>
            <pc:docMk/>
            <pc:sldMk cId="2578866702" sldId="261"/>
            <ac:picMk id="8" creationId="{50E20989-AD50-13CE-1FE1-C11093E96723}"/>
          </ac:picMkLst>
        </pc:picChg>
      </pc:sldChg>
      <pc:sldChg chg="addSp delSp modSp new mod">
        <pc:chgData name="Ritik katiyar" userId="f25b9d231841d999" providerId="LiveId" clId="{087F0F9C-4E32-4950-AE69-4ACB69223A90}" dt="2026-03-06T15:06:54.200" v="11669" actId="14100"/>
        <pc:sldMkLst>
          <pc:docMk/>
          <pc:sldMk cId="2452133657" sldId="262"/>
        </pc:sldMkLst>
        <pc:spChg chg="mod">
          <ac:chgData name="Ritik katiyar" userId="f25b9d231841d999" providerId="LiveId" clId="{087F0F9C-4E32-4950-AE69-4ACB69223A90}" dt="2026-03-06T14:53:24.372" v="11634" actId="207"/>
          <ac:spMkLst>
            <pc:docMk/>
            <pc:sldMk cId="2452133657" sldId="262"/>
            <ac:spMk id="2" creationId="{5D278AD5-72FC-07CF-270E-0D46D61BEB17}"/>
          </ac:spMkLst>
        </pc:spChg>
        <pc:spChg chg="mod">
          <ac:chgData name="Ritik katiyar" userId="f25b9d231841d999" providerId="LiveId" clId="{087F0F9C-4E32-4950-AE69-4ACB69223A90}" dt="2026-03-06T15:05:32.228" v="11667" actId="14100"/>
          <ac:spMkLst>
            <pc:docMk/>
            <pc:sldMk cId="2452133657" sldId="262"/>
            <ac:spMk id="4" creationId="{FE6F8C9C-5474-070D-A666-0DF00F6934ED}"/>
          </ac:spMkLst>
        </pc:spChg>
        <pc:spChg chg="add del mod">
          <ac:chgData name="Ritik katiyar" userId="f25b9d231841d999" providerId="LiveId" clId="{087F0F9C-4E32-4950-AE69-4ACB69223A90}" dt="2026-03-06T14:10:12.677" v="11113" actId="931"/>
          <ac:spMkLst>
            <pc:docMk/>
            <pc:sldMk cId="2452133657" sldId="262"/>
            <ac:spMk id="5" creationId="{05745536-DFC3-F074-7351-748F03FF9ADE}"/>
          </ac:spMkLst>
        </pc:spChg>
        <pc:spChg chg="add del mod">
          <ac:chgData name="Ritik katiyar" userId="f25b9d231841d999" providerId="LiveId" clId="{087F0F9C-4E32-4950-AE69-4ACB69223A90}" dt="2026-03-06T08:36:00.846" v="10393" actId="931"/>
          <ac:spMkLst>
            <pc:docMk/>
            <pc:sldMk cId="2452133657" sldId="262"/>
            <ac:spMk id="5" creationId="{C0C06A91-656E-8A80-1468-6B369E53170B}"/>
          </ac:spMkLst>
        </pc:spChg>
        <pc:picChg chg="add del mod ord">
          <ac:chgData name="Ritik katiyar" userId="f25b9d231841d999" providerId="LiveId" clId="{087F0F9C-4E32-4950-AE69-4ACB69223A90}" dt="2026-03-06T14:08:40.520" v="11110" actId="21"/>
          <ac:picMkLst>
            <pc:docMk/>
            <pc:sldMk cId="2452133657" sldId="262"/>
            <ac:picMk id="7" creationId="{AE1C12EB-099B-F78C-C920-CFFA4618D932}"/>
          </ac:picMkLst>
        </pc:picChg>
        <pc:picChg chg="add mod ord">
          <ac:chgData name="Ritik katiyar" userId="f25b9d231841d999" providerId="LiveId" clId="{087F0F9C-4E32-4950-AE69-4ACB69223A90}" dt="2026-03-06T15:06:54.200" v="11669" actId="14100"/>
          <ac:picMkLst>
            <pc:docMk/>
            <pc:sldMk cId="2452133657" sldId="262"/>
            <ac:picMk id="8" creationId="{86AC35AD-7821-E91F-0797-ED36B50D3983}"/>
          </ac:picMkLst>
        </pc:picChg>
        <pc:picChg chg="add del mod ord">
          <ac:chgData name="Ritik katiyar" userId="f25b9d231841d999" providerId="LiveId" clId="{087F0F9C-4E32-4950-AE69-4ACB69223A90}" dt="2026-03-06T08:32:30.628" v="10385" actId="21"/>
          <ac:picMkLst>
            <pc:docMk/>
            <pc:sldMk cId="2452133657" sldId="262"/>
            <ac:picMk id="8" creationId="{E136C8E5-7F52-1628-1887-8EAB238C0AAF}"/>
          </ac:picMkLst>
        </pc:picChg>
      </pc:sldChg>
      <pc:sldChg chg="addSp delSp modSp new mod">
        <pc:chgData name="Ritik katiyar" userId="f25b9d231841d999" providerId="LiveId" clId="{087F0F9C-4E32-4950-AE69-4ACB69223A90}" dt="2026-03-06T15:07:02.264" v="11670" actId="14100"/>
        <pc:sldMkLst>
          <pc:docMk/>
          <pc:sldMk cId="1905739127" sldId="263"/>
        </pc:sldMkLst>
        <pc:spChg chg="mod">
          <ac:chgData name="Ritik katiyar" userId="f25b9d231841d999" providerId="LiveId" clId="{087F0F9C-4E32-4950-AE69-4ACB69223A90}" dt="2026-03-06T14:53:31.334" v="11635" actId="207"/>
          <ac:spMkLst>
            <pc:docMk/>
            <pc:sldMk cId="1905739127" sldId="263"/>
            <ac:spMk id="2" creationId="{DECBF49B-B695-D559-48EA-9354CE2EC487}"/>
          </ac:spMkLst>
        </pc:spChg>
        <pc:spChg chg="mod">
          <ac:chgData name="Ritik katiyar" userId="f25b9d231841d999" providerId="LiveId" clId="{087F0F9C-4E32-4950-AE69-4ACB69223A90}" dt="2026-03-06T14:20:08.525" v="11282" actId="14100"/>
          <ac:spMkLst>
            <pc:docMk/>
            <pc:sldMk cId="1905739127" sldId="263"/>
            <ac:spMk id="4" creationId="{6BEB23EC-5AE8-3F67-3872-535AB797039B}"/>
          </ac:spMkLst>
        </pc:spChg>
        <pc:spChg chg="add del mod">
          <ac:chgData name="Ritik katiyar" userId="f25b9d231841d999" providerId="LiveId" clId="{087F0F9C-4E32-4950-AE69-4ACB69223A90}" dt="2026-03-06T08:28:58.896" v="10363" actId="931"/>
          <ac:spMkLst>
            <pc:docMk/>
            <pc:sldMk cId="1905739127" sldId="263"/>
            <ac:spMk id="5" creationId="{133F4894-DE38-D1AB-C644-1E37B33E7A5E}"/>
          </ac:spMkLst>
        </pc:spChg>
        <pc:spChg chg="add del mod">
          <ac:chgData name="Ritik katiyar" userId="f25b9d231841d999" providerId="LiveId" clId="{087F0F9C-4E32-4950-AE69-4ACB69223A90}" dt="2026-03-06T14:14:26.698" v="11127" actId="931"/>
          <ac:spMkLst>
            <pc:docMk/>
            <pc:sldMk cId="1905739127" sldId="263"/>
            <ac:spMk id="5" creationId="{83A8F573-ECD4-9AFF-29DD-321C3B299020}"/>
          </ac:spMkLst>
        </pc:spChg>
        <pc:picChg chg="add del mod ord">
          <ac:chgData name="Ritik katiyar" userId="f25b9d231841d999" providerId="LiveId" clId="{087F0F9C-4E32-4950-AE69-4ACB69223A90}" dt="2026-03-06T14:12:04.188" v="11126" actId="21"/>
          <ac:picMkLst>
            <pc:docMk/>
            <pc:sldMk cId="1905739127" sldId="263"/>
            <ac:picMk id="7" creationId="{D92523F9-0DCD-2684-739B-A48F56E3D2F8}"/>
          </ac:picMkLst>
        </pc:picChg>
        <pc:picChg chg="add del mod ord">
          <ac:chgData name="Ritik katiyar" userId="f25b9d231841d999" providerId="LiveId" clId="{087F0F9C-4E32-4950-AE69-4ACB69223A90}" dt="2026-03-06T08:16:32.673" v="10279" actId="21"/>
          <ac:picMkLst>
            <pc:docMk/>
            <pc:sldMk cId="1905739127" sldId="263"/>
            <ac:picMk id="8" creationId="{3193C3CE-CCEA-24A6-7F72-04EDD23AF7A7}"/>
          </ac:picMkLst>
        </pc:picChg>
        <pc:picChg chg="add mod ord">
          <ac:chgData name="Ritik katiyar" userId="f25b9d231841d999" providerId="LiveId" clId="{087F0F9C-4E32-4950-AE69-4ACB69223A90}" dt="2026-03-06T15:07:02.264" v="11670" actId="14100"/>
          <ac:picMkLst>
            <pc:docMk/>
            <pc:sldMk cId="1905739127" sldId="263"/>
            <ac:picMk id="8" creationId="{9AF959A6-CB39-C65E-16FD-41589F0E9DC8}"/>
          </ac:picMkLst>
        </pc:picChg>
      </pc:sldChg>
      <pc:sldChg chg="addSp delSp modSp new mod">
        <pc:chgData name="Ritik katiyar" userId="f25b9d231841d999" providerId="LiveId" clId="{087F0F9C-4E32-4950-AE69-4ACB69223A90}" dt="2026-03-06T15:07:09.878" v="11671" actId="14100"/>
        <pc:sldMkLst>
          <pc:docMk/>
          <pc:sldMk cId="2017219632" sldId="264"/>
        </pc:sldMkLst>
        <pc:spChg chg="mod">
          <ac:chgData name="Ritik katiyar" userId="f25b9d231841d999" providerId="LiveId" clId="{087F0F9C-4E32-4950-AE69-4ACB69223A90}" dt="2026-03-06T14:53:40.881" v="11636" actId="207"/>
          <ac:spMkLst>
            <pc:docMk/>
            <pc:sldMk cId="2017219632" sldId="264"/>
            <ac:spMk id="2" creationId="{B893E50E-3D2F-2CAE-3535-C46A0160CB4F}"/>
          </ac:spMkLst>
        </pc:spChg>
        <pc:spChg chg="mod">
          <ac:chgData name="Ritik katiyar" userId="f25b9d231841d999" providerId="LiveId" clId="{087F0F9C-4E32-4950-AE69-4ACB69223A90}" dt="2026-03-06T14:18:08.297" v="11273" actId="14100"/>
          <ac:spMkLst>
            <pc:docMk/>
            <pc:sldMk cId="2017219632" sldId="264"/>
            <ac:spMk id="4" creationId="{AF941E7C-DAF2-3177-FF13-AD1BFE4F025F}"/>
          </ac:spMkLst>
        </pc:spChg>
        <pc:spChg chg="add del mod">
          <ac:chgData name="Ritik katiyar" userId="f25b9d231841d999" providerId="LiveId" clId="{087F0F9C-4E32-4950-AE69-4ACB69223A90}" dt="2026-03-06T08:13:32.660" v="10258" actId="931"/>
          <ac:spMkLst>
            <pc:docMk/>
            <pc:sldMk cId="2017219632" sldId="264"/>
            <ac:spMk id="5" creationId="{6D68A07C-1F69-0BCA-BEF7-2B5C944FBDEF}"/>
          </ac:spMkLst>
        </pc:spChg>
        <pc:spChg chg="add del mod">
          <ac:chgData name="Ritik katiyar" userId="f25b9d231841d999" providerId="LiveId" clId="{087F0F9C-4E32-4950-AE69-4ACB69223A90}" dt="2026-03-06T13:33:19.733" v="10974" actId="931"/>
          <ac:spMkLst>
            <pc:docMk/>
            <pc:sldMk cId="2017219632" sldId="264"/>
            <ac:spMk id="5" creationId="{D0DFA74A-8545-73F9-91C7-EFBA5D6341F6}"/>
          </ac:spMkLst>
        </pc:spChg>
        <pc:spChg chg="add del mod">
          <ac:chgData name="Ritik katiyar" userId="f25b9d231841d999" providerId="LiveId" clId="{087F0F9C-4E32-4950-AE69-4ACB69223A90}" dt="2026-03-06T13:34:44.986" v="10978" actId="931"/>
          <ac:spMkLst>
            <pc:docMk/>
            <pc:sldMk cId="2017219632" sldId="264"/>
            <ac:spMk id="10" creationId="{5BF7B071-4DF3-681F-9AAF-97C4BFF50F26}"/>
          </ac:spMkLst>
        </pc:spChg>
        <pc:spChg chg="add del mod">
          <ac:chgData name="Ritik katiyar" userId="f25b9d231841d999" providerId="LiveId" clId="{087F0F9C-4E32-4950-AE69-4ACB69223A90}" dt="2026-03-06T13:35:54.599" v="10981" actId="931"/>
          <ac:spMkLst>
            <pc:docMk/>
            <pc:sldMk cId="2017219632" sldId="264"/>
            <ac:spMk id="14" creationId="{FD34D31A-89D4-35F5-E658-8B742FCCDB41}"/>
          </ac:spMkLst>
        </pc:spChg>
        <pc:spChg chg="add del mod">
          <ac:chgData name="Ritik katiyar" userId="f25b9d231841d999" providerId="LiveId" clId="{087F0F9C-4E32-4950-AE69-4ACB69223A90}" dt="2026-03-06T13:37:17.718" v="10990" actId="931"/>
          <ac:spMkLst>
            <pc:docMk/>
            <pc:sldMk cId="2017219632" sldId="264"/>
            <ac:spMk id="18" creationId="{55DE147C-213F-BBB4-B3D9-0AA4C8E33413}"/>
          </ac:spMkLst>
        </pc:spChg>
        <pc:spChg chg="add del mod">
          <ac:chgData name="Ritik katiyar" userId="f25b9d231841d999" providerId="LiveId" clId="{087F0F9C-4E32-4950-AE69-4ACB69223A90}" dt="2026-03-06T13:38:03.733" v="10993" actId="931"/>
          <ac:spMkLst>
            <pc:docMk/>
            <pc:sldMk cId="2017219632" sldId="264"/>
            <ac:spMk id="22" creationId="{00B7B159-061A-C9EA-BE80-877B29D35193}"/>
          </ac:spMkLst>
        </pc:spChg>
        <pc:spChg chg="add del mod">
          <ac:chgData name="Ritik katiyar" userId="f25b9d231841d999" providerId="LiveId" clId="{087F0F9C-4E32-4950-AE69-4ACB69223A90}" dt="2026-03-06T13:44:32.598" v="11019" actId="931"/>
          <ac:spMkLst>
            <pc:docMk/>
            <pc:sldMk cId="2017219632" sldId="264"/>
            <ac:spMk id="26" creationId="{EB668B1F-EDF5-50E6-6252-1A5E2114A383}"/>
          </ac:spMkLst>
        </pc:spChg>
        <pc:spChg chg="add del mod">
          <ac:chgData name="Ritik katiyar" userId="f25b9d231841d999" providerId="LiveId" clId="{087F0F9C-4E32-4950-AE69-4ACB69223A90}" dt="2026-03-06T13:48:37.010" v="11045" actId="931"/>
          <ac:spMkLst>
            <pc:docMk/>
            <pc:sldMk cId="2017219632" sldId="264"/>
            <ac:spMk id="30" creationId="{2F9B2AAB-E1FF-9743-B4D4-A3B498EC9EFA}"/>
          </ac:spMkLst>
        </pc:spChg>
        <pc:spChg chg="add del mod">
          <ac:chgData name="Ritik katiyar" userId="f25b9d231841d999" providerId="LiveId" clId="{087F0F9C-4E32-4950-AE69-4ACB69223A90}" dt="2026-03-06T14:16:18.746" v="11133" actId="931"/>
          <ac:spMkLst>
            <pc:docMk/>
            <pc:sldMk cId="2017219632" sldId="264"/>
            <ac:spMk id="34" creationId="{B582C9CA-C0C3-639B-5FA2-63968B15D654}"/>
          </ac:spMkLst>
        </pc:spChg>
        <pc:picChg chg="add del mod ord">
          <ac:chgData name="Ritik katiyar" userId="f25b9d231841d999" providerId="LiveId" clId="{087F0F9C-4E32-4950-AE69-4ACB69223A90}" dt="2026-03-06T13:32:42.337" v="10971" actId="21"/>
          <ac:picMkLst>
            <pc:docMk/>
            <pc:sldMk cId="2017219632" sldId="264"/>
            <ac:picMk id="7" creationId="{958C8F05-17FD-4A84-E436-DD4677557C86}"/>
          </ac:picMkLst>
        </pc:picChg>
        <pc:picChg chg="add del mod ord">
          <ac:chgData name="Ritik katiyar" userId="f25b9d231841d999" providerId="LiveId" clId="{087F0F9C-4E32-4950-AE69-4ACB69223A90}" dt="2026-03-06T13:33:36.469" v="10975" actId="21"/>
          <ac:picMkLst>
            <pc:docMk/>
            <pc:sldMk cId="2017219632" sldId="264"/>
            <ac:picMk id="8" creationId="{99189674-05AE-606B-4E21-1EBDBEEB5E2B}"/>
          </ac:picMkLst>
        </pc:picChg>
        <pc:picChg chg="add del mod ord">
          <ac:chgData name="Ritik katiyar" userId="f25b9d231841d999" providerId="LiveId" clId="{087F0F9C-4E32-4950-AE69-4ACB69223A90}" dt="2026-03-06T08:12:36.299" v="10256" actId="21"/>
          <ac:picMkLst>
            <pc:docMk/>
            <pc:sldMk cId="2017219632" sldId="264"/>
            <ac:picMk id="8" creationId="{C2A47928-2DB1-6FCF-EF9B-C87171054900}"/>
          </ac:picMkLst>
        </pc:picChg>
        <pc:picChg chg="add del mod ord">
          <ac:chgData name="Ritik katiyar" userId="f25b9d231841d999" providerId="LiveId" clId="{087F0F9C-4E32-4950-AE69-4ACB69223A90}" dt="2026-03-06T13:35:06.961" v="10980" actId="21"/>
          <ac:picMkLst>
            <pc:docMk/>
            <pc:sldMk cId="2017219632" sldId="264"/>
            <ac:picMk id="12" creationId="{D86C14FF-C6DB-64ED-5F6A-855199F1EB3E}"/>
          </ac:picMkLst>
        </pc:picChg>
        <pc:picChg chg="add del mod ord">
          <ac:chgData name="Ritik katiyar" userId="f25b9d231841d999" providerId="LiveId" clId="{087F0F9C-4E32-4950-AE69-4ACB69223A90}" dt="2026-03-06T13:36:20.202" v="10983" actId="21"/>
          <ac:picMkLst>
            <pc:docMk/>
            <pc:sldMk cId="2017219632" sldId="264"/>
            <ac:picMk id="16" creationId="{C433DFBF-2A19-2416-650E-8287B4D16D6A}"/>
          </ac:picMkLst>
        </pc:picChg>
        <pc:picChg chg="add del mod ord">
          <ac:chgData name="Ritik katiyar" userId="f25b9d231841d999" providerId="LiveId" clId="{087F0F9C-4E32-4950-AE69-4ACB69223A90}" dt="2026-03-06T13:37:53.245" v="10992" actId="21"/>
          <ac:picMkLst>
            <pc:docMk/>
            <pc:sldMk cId="2017219632" sldId="264"/>
            <ac:picMk id="20" creationId="{C25DF762-EAE4-D803-3E71-D0730668ADDA}"/>
          </ac:picMkLst>
        </pc:picChg>
        <pc:picChg chg="add del mod ord">
          <ac:chgData name="Ritik katiyar" userId="f25b9d231841d999" providerId="LiveId" clId="{087F0F9C-4E32-4950-AE69-4ACB69223A90}" dt="2026-03-06T13:44:21.263" v="11018" actId="21"/>
          <ac:picMkLst>
            <pc:docMk/>
            <pc:sldMk cId="2017219632" sldId="264"/>
            <ac:picMk id="24" creationId="{B0C00F71-B311-BDF6-8444-0057DBB3DE92}"/>
          </ac:picMkLst>
        </pc:picChg>
        <pc:picChg chg="add del mod ord">
          <ac:chgData name="Ritik katiyar" userId="f25b9d231841d999" providerId="LiveId" clId="{087F0F9C-4E32-4950-AE69-4ACB69223A90}" dt="2026-03-06T13:45:38.626" v="11023" actId="21"/>
          <ac:picMkLst>
            <pc:docMk/>
            <pc:sldMk cId="2017219632" sldId="264"/>
            <ac:picMk id="28" creationId="{9E0DBB69-EF4A-717F-494B-4066507E46CD}"/>
          </ac:picMkLst>
        </pc:picChg>
        <pc:picChg chg="add del mod ord">
          <ac:chgData name="Ritik katiyar" userId="f25b9d231841d999" providerId="LiveId" clId="{087F0F9C-4E32-4950-AE69-4ACB69223A90}" dt="2026-03-06T13:49:08.884" v="11047" actId="21"/>
          <ac:picMkLst>
            <pc:docMk/>
            <pc:sldMk cId="2017219632" sldId="264"/>
            <ac:picMk id="32" creationId="{6540641B-6D1C-C3CC-054B-7A355C5D8805}"/>
          </ac:picMkLst>
        </pc:picChg>
        <pc:picChg chg="add mod ord">
          <ac:chgData name="Ritik katiyar" userId="f25b9d231841d999" providerId="LiveId" clId="{087F0F9C-4E32-4950-AE69-4ACB69223A90}" dt="2026-03-06T15:07:09.878" v="11671" actId="14100"/>
          <ac:picMkLst>
            <pc:docMk/>
            <pc:sldMk cId="2017219632" sldId="264"/>
            <ac:picMk id="36" creationId="{0CC5EDB8-3598-6FA7-E787-1B8337A11B89}"/>
          </ac:picMkLst>
        </pc:picChg>
      </pc:sldChg>
      <pc:sldChg chg="addSp delSp modSp new mod">
        <pc:chgData name="Ritik katiyar" userId="f25b9d231841d999" providerId="LiveId" clId="{087F0F9C-4E32-4950-AE69-4ACB69223A90}" dt="2026-03-06T14:53:50.546" v="11637" actId="207"/>
        <pc:sldMkLst>
          <pc:docMk/>
          <pc:sldMk cId="4179418187" sldId="265"/>
        </pc:sldMkLst>
        <pc:spChg chg="mod">
          <ac:chgData name="Ritik katiyar" userId="f25b9d231841d999" providerId="LiveId" clId="{087F0F9C-4E32-4950-AE69-4ACB69223A90}" dt="2026-03-06T14:53:50.546" v="11637" actId="207"/>
          <ac:spMkLst>
            <pc:docMk/>
            <pc:sldMk cId="4179418187" sldId="265"/>
            <ac:spMk id="2" creationId="{3607CC26-0E52-76EB-2281-3DC342B8DEB0}"/>
          </ac:spMkLst>
        </pc:spChg>
        <pc:spChg chg="mod">
          <ac:chgData name="Ritik katiyar" userId="f25b9d231841d999" providerId="LiveId" clId="{087F0F9C-4E32-4950-AE69-4ACB69223A90}" dt="2026-03-06T14:23:11.203" v="11298" actId="207"/>
          <ac:spMkLst>
            <pc:docMk/>
            <pc:sldMk cId="4179418187" sldId="265"/>
            <ac:spMk id="4" creationId="{8DB41628-5E9D-9E30-9489-7D6EBAB053A5}"/>
          </ac:spMkLst>
        </pc:spChg>
        <pc:spChg chg="add del mod">
          <ac:chgData name="Ritik katiyar" userId="f25b9d231841d999" providerId="LiveId" clId="{087F0F9C-4E32-4950-AE69-4ACB69223A90}" dt="2026-03-06T14:21:48.556" v="11287" actId="931"/>
          <ac:spMkLst>
            <pc:docMk/>
            <pc:sldMk cId="4179418187" sldId="265"/>
            <ac:spMk id="5" creationId="{4D8D675C-0FB5-41AC-E735-1C643672D18D}"/>
          </ac:spMkLst>
        </pc:spChg>
        <pc:spChg chg="add del mod">
          <ac:chgData name="Ritik katiyar" userId="f25b9d231841d999" providerId="LiveId" clId="{087F0F9C-4E32-4950-AE69-4ACB69223A90}" dt="2026-03-06T08:05:41.063" v="10237" actId="931"/>
          <ac:spMkLst>
            <pc:docMk/>
            <pc:sldMk cId="4179418187" sldId="265"/>
            <ac:spMk id="5" creationId="{A362BC90-4D90-2CC7-CB55-D99A693C95F2}"/>
          </ac:spMkLst>
        </pc:spChg>
        <pc:spChg chg="add del mod">
          <ac:chgData name="Ritik katiyar" userId="f25b9d231841d999" providerId="LiveId" clId="{087F0F9C-4E32-4950-AE69-4ACB69223A90}" dt="2026-03-06T08:08:19.459" v="10241" actId="931"/>
          <ac:spMkLst>
            <pc:docMk/>
            <pc:sldMk cId="4179418187" sldId="265"/>
            <ac:spMk id="10" creationId="{40F902D7-3136-B4DB-2BC3-7C600BC9C32E}"/>
          </ac:spMkLst>
        </pc:spChg>
        <pc:spChg chg="add del mod">
          <ac:chgData name="Ritik katiyar" userId="f25b9d231841d999" providerId="LiveId" clId="{087F0F9C-4E32-4950-AE69-4ACB69223A90}" dt="2026-03-06T08:09:00.712" v="10243" actId="931"/>
          <ac:spMkLst>
            <pc:docMk/>
            <pc:sldMk cId="4179418187" sldId="265"/>
            <ac:spMk id="14" creationId="{F91DE46D-E2B0-2092-2608-927B44B28EEA}"/>
          </ac:spMkLst>
        </pc:spChg>
        <pc:picChg chg="add del mod ord">
          <ac:chgData name="Ritik katiyar" userId="f25b9d231841d999" providerId="LiveId" clId="{087F0F9C-4E32-4950-AE69-4ACB69223A90}" dt="2026-03-06T08:06:17.855" v="10238" actId="21"/>
          <ac:picMkLst>
            <pc:docMk/>
            <pc:sldMk cId="4179418187" sldId="265"/>
            <ac:picMk id="7" creationId="{9A42A6D5-3E63-88B5-76A1-CF2AC88549DE}"/>
          </ac:picMkLst>
        </pc:picChg>
        <pc:picChg chg="add mod ord">
          <ac:chgData name="Ritik katiyar" userId="f25b9d231841d999" providerId="LiveId" clId="{087F0F9C-4E32-4950-AE69-4ACB69223A90}" dt="2026-03-06T14:21:59.567" v="11289" actId="14100"/>
          <ac:picMkLst>
            <pc:docMk/>
            <pc:sldMk cId="4179418187" sldId="265"/>
            <ac:picMk id="7" creationId="{9AE714A3-26B4-0E16-A641-147073E21144}"/>
          </ac:picMkLst>
        </pc:picChg>
        <pc:picChg chg="add del mod ord">
          <ac:chgData name="Ritik katiyar" userId="f25b9d231841d999" providerId="LiveId" clId="{087F0F9C-4E32-4950-AE69-4ACB69223A90}" dt="2026-03-06T08:03:06.234" v="10225" actId="21"/>
          <ac:picMkLst>
            <pc:docMk/>
            <pc:sldMk cId="4179418187" sldId="265"/>
            <ac:picMk id="8" creationId="{B3221218-31F4-29D0-344E-7318FF186B1B}"/>
          </ac:picMkLst>
        </pc:picChg>
        <pc:picChg chg="add del mod ord">
          <ac:chgData name="Ritik katiyar" userId="f25b9d231841d999" providerId="LiveId" clId="{087F0F9C-4E32-4950-AE69-4ACB69223A90}" dt="2026-03-06T08:08:31.011" v="10242" actId="21"/>
          <ac:picMkLst>
            <pc:docMk/>
            <pc:sldMk cId="4179418187" sldId="265"/>
            <ac:picMk id="12" creationId="{6BF54793-80FF-2F28-CC76-CA571A8A01C3}"/>
          </ac:picMkLst>
        </pc:picChg>
        <pc:picChg chg="add del mod ord">
          <ac:chgData name="Ritik katiyar" userId="f25b9d231841d999" providerId="LiveId" clId="{087F0F9C-4E32-4950-AE69-4ACB69223A90}" dt="2026-03-06T14:20:48.438" v="11286" actId="21"/>
          <ac:picMkLst>
            <pc:docMk/>
            <pc:sldMk cId="4179418187" sldId="265"/>
            <ac:picMk id="16" creationId="{E7CAC994-DEAF-4565-EBCC-434CD178F9C1}"/>
          </ac:picMkLst>
        </pc:picChg>
      </pc:sldChg>
      <pc:sldChg chg="addSp delSp modSp new mod ord">
        <pc:chgData name="Ritik katiyar" userId="f25b9d231841d999" providerId="LiveId" clId="{087F0F9C-4E32-4950-AE69-4ACB69223A90}" dt="2026-03-06T15:02:00.979" v="11662" actId="1076"/>
        <pc:sldMkLst>
          <pc:docMk/>
          <pc:sldMk cId="1298826605" sldId="266"/>
        </pc:sldMkLst>
        <pc:spChg chg="mod">
          <ac:chgData name="Ritik katiyar" userId="f25b9d231841d999" providerId="LiveId" clId="{087F0F9C-4E32-4950-AE69-4ACB69223A90}" dt="2026-03-06T15:02:00.979" v="11662" actId="1076"/>
          <ac:spMkLst>
            <pc:docMk/>
            <pc:sldMk cId="1298826605" sldId="266"/>
            <ac:spMk id="2" creationId="{814CCA16-B0E8-456B-D8D0-77DEA32457F4}"/>
          </ac:spMkLst>
        </pc:spChg>
        <pc:spChg chg="add del mod">
          <ac:chgData name="Ritik katiyar" userId="f25b9d231841d999" providerId="LiveId" clId="{087F0F9C-4E32-4950-AE69-4ACB69223A90}" dt="2026-03-06T14:49:47.586" v="11612" actId="931"/>
          <ac:spMkLst>
            <pc:docMk/>
            <pc:sldMk cId="1298826605" sldId="266"/>
            <ac:spMk id="4" creationId="{3F8466EE-75E7-2031-5856-6E82F1F3F4C0}"/>
          </ac:spMkLst>
        </pc:spChg>
        <pc:spChg chg="add del mod">
          <ac:chgData name="Ritik katiyar" userId="f25b9d231841d999" providerId="LiveId" clId="{087F0F9C-4E32-4950-AE69-4ACB69223A90}" dt="2026-03-06T07:44:32.643" v="10063" actId="931"/>
          <ac:spMkLst>
            <pc:docMk/>
            <pc:sldMk cId="1298826605" sldId="266"/>
            <ac:spMk id="4" creationId="{A8810EAB-17D4-8B4D-9402-D2F6874BB404}"/>
          </ac:spMkLst>
        </pc:spChg>
        <pc:spChg chg="add del mod">
          <ac:chgData name="Ritik katiyar" userId="f25b9d231841d999" providerId="LiveId" clId="{087F0F9C-4E32-4950-AE69-4ACB69223A90}" dt="2026-03-06T10:26:33.053" v="10839" actId="931"/>
          <ac:spMkLst>
            <pc:docMk/>
            <pc:sldMk cId="1298826605" sldId="266"/>
            <ac:spMk id="8" creationId="{5AF091FD-5ABE-10C3-7AB7-1273EEF5EAC9}"/>
          </ac:spMkLst>
        </pc:spChg>
        <pc:picChg chg="add mod ord">
          <ac:chgData name="Ritik katiyar" userId="f25b9d231841d999" providerId="LiveId" clId="{087F0F9C-4E32-4950-AE69-4ACB69223A90}" dt="2026-03-06T14:54:29.565" v="11640" actId="14100"/>
          <ac:picMkLst>
            <pc:docMk/>
            <pc:sldMk cId="1298826605" sldId="266"/>
            <ac:picMk id="6" creationId="{4F2A80F7-AEF5-C5B3-DDFB-3F09D01BDFD8}"/>
          </ac:picMkLst>
        </pc:picChg>
        <pc:picChg chg="add del mod ord">
          <ac:chgData name="Ritik katiyar" userId="f25b9d231841d999" providerId="LiveId" clId="{087F0F9C-4E32-4950-AE69-4ACB69223A90}" dt="2026-03-06T10:26:18.325" v="10838" actId="21"/>
          <ac:picMkLst>
            <pc:docMk/>
            <pc:sldMk cId="1298826605" sldId="266"/>
            <ac:picMk id="6" creationId="{692C8B55-E2CA-B850-5A9B-7D2D8EC2CD46}"/>
          </ac:picMkLst>
        </pc:picChg>
        <pc:picChg chg="add del mod ord">
          <ac:chgData name="Ritik katiyar" userId="f25b9d231841d999" providerId="LiveId" clId="{087F0F9C-4E32-4950-AE69-4ACB69223A90}" dt="2026-03-06T14:29:29.319" v="11336" actId="21"/>
          <ac:picMkLst>
            <pc:docMk/>
            <pc:sldMk cId="1298826605" sldId="266"/>
            <ac:picMk id="10" creationId="{36EB69C3-8F18-2B63-B23C-6DEEF1E4B86F}"/>
          </ac:picMkLst>
        </pc:picChg>
        <pc:picChg chg="add del mod ord">
          <ac:chgData name="Ritik katiyar" userId="f25b9d231841d999" providerId="LiveId" clId="{087F0F9C-4E32-4950-AE69-4ACB69223A90}" dt="2026-03-06T07:44:07.451" v="10062" actId="21"/>
          <ac:picMkLst>
            <pc:docMk/>
            <pc:sldMk cId="1298826605" sldId="266"/>
            <ac:picMk id="11" creationId="{A05B7080-41B9-323D-3711-AF465E206E04}"/>
          </ac:picMkLst>
        </pc:picChg>
      </pc:sldChg>
      <pc:sldChg chg="modSp new mod">
        <pc:chgData name="Ritik katiyar" userId="f25b9d231841d999" providerId="LiveId" clId="{087F0F9C-4E32-4950-AE69-4ACB69223A90}" dt="2026-03-06T14:54:09.046" v="11639" actId="207"/>
        <pc:sldMkLst>
          <pc:docMk/>
          <pc:sldMk cId="3662292812" sldId="267"/>
        </pc:sldMkLst>
        <pc:spChg chg="mod">
          <ac:chgData name="Ritik katiyar" userId="f25b9d231841d999" providerId="LiveId" clId="{087F0F9C-4E32-4950-AE69-4ACB69223A90}" dt="2026-03-06T14:54:09.046" v="11639" actId="207"/>
          <ac:spMkLst>
            <pc:docMk/>
            <pc:sldMk cId="3662292812" sldId="267"/>
            <ac:spMk id="2" creationId="{CB013878-A682-FDC9-F7CD-DA50F218F506}"/>
          </ac:spMkLst>
        </pc:spChg>
        <pc:spChg chg="mod">
          <ac:chgData name="Ritik katiyar" userId="f25b9d231841d999" providerId="LiveId" clId="{087F0F9C-4E32-4950-AE69-4ACB69223A90}" dt="2026-03-06T14:35:23.800" v="11581" actId="14100"/>
          <ac:spMkLst>
            <pc:docMk/>
            <pc:sldMk cId="3662292812" sldId="267"/>
            <ac:spMk id="3" creationId="{BB40E15D-DC17-A237-947C-629671C95A58}"/>
          </ac:spMkLst>
        </pc:spChg>
      </pc:sldChg>
      <pc:sldChg chg="modSp new del mod">
        <pc:chgData name="Ritik katiyar" userId="f25b9d231841d999" providerId="LiveId" clId="{087F0F9C-4E32-4950-AE69-4ACB69223A90}" dt="2026-03-06T07:57:59.106" v="10179" actId="2696"/>
        <pc:sldMkLst>
          <pc:docMk/>
          <pc:sldMk cId="170932470" sldId="268"/>
        </pc:sldMkLst>
        <pc:spChg chg="mod">
          <ac:chgData name="Ritik katiyar" userId="f25b9d231841d999" providerId="LiveId" clId="{087F0F9C-4E32-4950-AE69-4ACB69223A90}" dt="2026-03-06T07:53:59.278" v="10149" actId="27636"/>
          <ac:spMkLst>
            <pc:docMk/>
            <pc:sldMk cId="170932470" sldId="268"/>
            <ac:spMk id="3" creationId="{01F097AD-451E-4D57-5985-1F7A79769DCB}"/>
          </ac:spMkLst>
        </pc:spChg>
      </pc:sldChg>
      <pc:sldChg chg="addSp modSp new mod">
        <pc:chgData name="Ritik katiyar" userId="f25b9d231841d999" providerId="LiveId" clId="{087F0F9C-4E32-4950-AE69-4ACB69223A90}" dt="2026-03-06T14:57:40.583" v="11661" actId="14100"/>
        <pc:sldMkLst>
          <pc:docMk/>
          <pc:sldMk cId="4063778199" sldId="269"/>
        </pc:sldMkLst>
        <pc:spChg chg="mod">
          <ac:chgData name="Ritik katiyar" userId="f25b9d231841d999" providerId="LiveId" clId="{087F0F9C-4E32-4950-AE69-4ACB69223A90}" dt="2026-03-06T14:55:58.411" v="11650" actId="20577"/>
          <ac:spMkLst>
            <pc:docMk/>
            <pc:sldMk cId="4063778199" sldId="269"/>
            <ac:spMk id="2" creationId="{B2D6657F-6172-D025-5B94-3AAB6BDB5382}"/>
          </ac:spMkLst>
        </pc:spChg>
        <pc:picChg chg="add mod">
          <ac:chgData name="Ritik katiyar" userId="f25b9d231841d999" providerId="LiveId" clId="{087F0F9C-4E32-4950-AE69-4ACB69223A90}" dt="2026-03-06T14:57:40.583" v="11661" actId="14100"/>
          <ac:picMkLst>
            <pc:docMk/>
            <pc:sldMk cId="4063778199" sldId="269"/>
            <ac:picMk id="4" creationId="{92901EC2-0AB7-7E21-5ECF-FE72FBCD5206}"/>
          </ac:picMkLst>
        </pc:picChg>
      </pc:sldChg>
      <pc:sldChg chg="addSp delSp modSp new mod">
        <pc:chgData name="Ritik katiyar" userId="f25b9d231841d999" providerId="LiveId" clId="{087F0F9C-4E32-4950-AE69-4ACB69223A90}" dt="2026-03-06T14:52:32.526" v="11630" actId="207"/>
        <pc:sldMkLst>
          <pc:docMk/>
          <pc:sldMk cId="53737746" sldId="270"/>
        </pc:sldMkLst>
        <pc:spChg chg="mod">
          <ac:chgData name="Ritik katiyar" userId="f25b9d231841d999" providerId="LiveId" clId="{087F0F9C-4E32-4950-AE69-4ACB69223A90}" dt="2026-03-06T14:52:32.526" v="11630" actId="207"/>
          <ac:spMkLst>
            <pc:docMk/>
            <pc:sldMk cId="53737746" sldId="270"/>
            <ac:spMk id="2" creationId="{63397874-C1B9-D1F1-3195-C5E4D98EE3E5}"/>
          </ac:spMkLst>
        </pc:spChg>
        <pc:spChg chg="add mod">
          <ac:chgData name="Ritik katiyar" userId="f25b9d231841d999" providerId="LiveId" clId="{087F0F9C-4E32-4950-AE69-4ACB69223A90}" dt="2026-03-06T14:45:19.838" v="11609" actId="14100"/>
          <ac:spMkLst>
            <pc:docMk/>
            <pc:sldMk cId="53737746" sldId="270"/>
            <ac:spMk id="4" creationId="{D78648C3-C072-C9F4-CA2A-737B0D3CAF0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55E236-8480-4440-A8F8-FAA3A9C0D9B4}" type="datetimeFigureOut">
              <a:rPr lang="en-IN" smtClean="0"/>
              <a:t>06-03-2026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51C141-53C5-4D03-864C-04A43D13353E}" type="slidenum">
              <a:rPr lang="en-IN" smtClean="0"/>
              <a:t>‹#›</a:t>
            </a:fld>
            <a:endParaRPr lang="en-IN"/>
          </a:p>
        </p:txBody>
      </p:sp>
    </p:spTree>
    <p:extLst>
      <p:ext uri="{BB962C8B-B14F-4D97-AF65-F5344CB8AC3E}">
        <p14:creationId xmlns:p14="http://schemas.microsoft.com/office/powerpoint/2010/main" val="24518418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951C141-53C5-4D03-864C-04A43D13353E}" type="slidenum">
              <a:rPr lang="en-IN" smtClean="0"/>
              <a:t>13</a:t>
            </a:fld>
            <a:endParaRPr lang="en-IN"/>
          </a:p>
        </p:txBody>
      </p:sp>
    </p:spTree>
    <p:extLst>
      <p:ext uri="{BB962C8B-B14F-4D97-AF65-F5344CB8AC3E}">
        <p14:creationId xmlns:p14="http://schemas.microsoft.com/office/powerpoint/2010/main" val="41563029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98009-9B4B-DE74-2C66-3FB825A9105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4CA797E-EE43-5518-9736-438D58DEA69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056E6F8-3BDD-AC3C-E878-AEF835721B5E}"/>
              </a:ext>
            </a:extLst>
          </p:cNvPr>
          <p:cNvSpPr>
            <a:spLocks noGrp="1"/>
          </p:cNvSpPr>
          <p:nvPr>
            <p:ph type="dt" sz="half" idx="10"/>
          </p:nvPr>
        </p:nvSpPr>
        <p:spPr/>
        <p:txBody>
          <a:bodyPr/>
          <a:lstStyle/>
          <a:p>
            <a:fld id="{A8378B8B-F7BA-454E-A65A-9D1EFFD098FB}" type="datetimeFigureOut">
              <a:rPr lang="en-IN" smtClean="0"/>
              <a:t>06-03-2026</a:t>
            </a:fld>
            <a:endParaRPr lang="en-IN"/>
          </a:p>
        </p:txBody>
      </p:sp>
      <p:sp>
        <p:nvSpPr>
          <p:cNvPr id="5" name="Footer Placeholder 4">
            <a:extLst>
              <a:ext uri="{FF2B5EF4-FFF2-40B4-BE49-F238E27FC236}">
                <a16:creationId xmlns:a16="http://schemas.microsoft.com/office/drawing/2014/main" id="{9CFF21A8-2FE3-5620-31B7-F57F77C7DCD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665B0D9-317A-88CF-6D78-EDB112C996F5}"/>
              </a:ext>
            </a:extLst>
          </p:cNvPr>
          <p:cNvSpPr>
            <a:spLocks noGrp="1"/>
          </p:cNvSpPr>
          <p:nvPr>
            <p:ph type="sldNum" sz="quarter" idx="12"/>
          </p:nvPr>
        </p:nvSpPr>
        <p:spPr/>
        <p:txBody>
          <a:bodyPr/>
          <a:lstStyle/>
          <a:p>
            <a:fld id="{C83FEA59-9A34-4370-AE7C-4CFD672BF65F}" type="slidenum">
              <a:rPr lang="en-IN" smtClean="0"/>
              <a:t>‹#›</a:t>
            </a:fld>
            <a:endParaRPr lang="en-IN"/>
          </a:p>
        </p:txBody>
      </p:sp>
    </p:spTree>
    <p:extLst>
      <p:ext uri="{BB962C8B-B14F-4D97-AF65-F5344CB8AC3E}">
        <p14:creationId xmlns:p14="http://schemas.microsoft.com/office/powerpoint/2010/main" val="15237150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C4C8D-5F3D-E286-B68B-233914B2A79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F89B8C2-9E72-FB94-FDA5-9244AA3CD54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A32BC1B-AE36-4FFA-12F8-93DC2483D75D}"/>
              </a:ext>
            </a:extLst>
          </p:cNvPr>
          <p:cNvSpPr>
            <a:spLocks noGrp="1"/>
          </p:cNvSpPr>
          <p:nvPr>
            <p:ph type="dt" sz="half" idx="10"/>
          </p:nvPr>
        </p:nvSpPr>
        <p:spPr/>
        <p:txBody>
          <a:bodyPr/>
          <a:lstStyle/>
          <a:p>
            <a:fld id="{A8378B8B-F7BA-454E-A65A-9D1EFFD098FB}" type="datetimeFigureOut">
              <a:rPr lang="en-IN" smtClean="0"/>
              <a:t>06-03-2026</a:t>
            </a:fld>
            <a:endParaRPr lang="en-IN"/>
          </a:p>
        </p:txBody>
      </p:sp>
      <p:sp>
        <p:nvSpPr>
          <p:cNvPr id="5" name="Footer Placeholder 4">
            <a:extLst>
              <a:ext uri="{FF2B5EF4-FFF2-40B4-BE49-F238E27FC236}">
                <a16:creationId xmlns:a16="http://schemas.microsoft.com/office/drawing/2014/main" id="{B48453EC-DF08-0CE4-9F7F-7B7C4587495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13268ED-C429-7143-425E-FC0D533D179B}"/>
              </a:ext>
            </a:extLst>
          </p:cNvPr>
          <p:cNvSpPr>
            <a:spLocks noGrp="1"/>
          </p:cNvSpPr>
          <p:nvPr>
            <p:ph type="sldNum" sz="quarter" idx="12"/>
          </p:nvPr>
        </p:nvSpPr>
        <p:spPr/>
        <p:txBody>
          <a:bodyPr/>
          <a:lstStyle/>
          <a:p>
            <a:fld id="{C83FEA59-9A34-4370-AE7C-4CFD672BF65F}" type="slidenum">
              <a:rPr lang="en-IN" smtClean="0"/>
              <a:t>‹#›</a:t>
            </a:fld>
            <a:endParaRPr lang="en-IN"/>
          </a:p>
        </p:txBody>
      </p:sp>
    </p:spTree>
    <p:extLst>
      <p:ext uri="{BB962C8B-B14F-4D97-AF65-F5344CB8AC3E}">
        <p14:creationId xmlns:p14="http://schemas.microsoft.com/office/powerpoint/2010/main" val="1421494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2EFE2-B5C1-3428-0066-2228E2E7F91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0C184403-752A-F75C-4B85-1982BC85CA5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1EC40A-4747-A627-E802-B796AF81AD6F}"/>
              </a:ext>
            </a:extLst>
          </p:cNvPr>
          <p:cNvSpPr>
            <a:spLocks noGrp="1"/>
          </p:cNvSpPr>
          <p:nvPr>
            <p:ph type="dt" sz="half" idx="10"/>
          </p:nvPr>
        </p:nvSpPr>
        <p:spPr/>
        <p:txBody>
          <a:bodyPr/>
          <a:lstStyle/>
          <a:p>
            <a:fld id="{A8378B8B-F7BA-454E-A65A-9D1EFFD098FB}" type="datetimeFigureOut">
              <a:rPr lang="en-IN" smtClean="0"/>
              <a:t>06-03-2026</a:t>
            </a:fld>
            <a:endParaRPr lang="en-IN"/>
          </a:p>
        </p:txBody>
      </p:sp>
      <p:sp>
        <p:nvSpPr>
          <p:cNvPr id="5" name="Footer Placeholder 4">
            <a:extLst>
              <a:ext uri="{FF2B5EF4-FFF2-40B4-BE49-F238E27FC236}">
                <a16:creationId xmlns:a16="http://schemas.microsoft.com/office/drawing/2014/main" id="{B8316DE0-2D1F-4CB3-27ED-FFEACCEDD50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DF1BE7D-F362-28B8-1D3C-D49D183C694A}"/>
              </a:ext>
            </a:extLst>
          </p:cNvPr>
          <p:cNvSpPr>
            <a:spLocks noGrp="1"/>
          </p:cNvSpPr>
          <p:nvPr>
            <p:ph type="sldNum" sz="quarter" idx="12"/>
          </p:nvPr>
        </p:nvSpPr>
        <p:spPr/>
        <p:txBody>
          <a:bodyPr/>
          <a:lstStyle/>
          <a:p>
            <a:fld id="{C83FEA59-9A34-4370-AE7C-4CFD672BF65F}" type="slidenum">
              <a:rPr lang="en-IN" smtClean="0"/>
              <a:t>‹#›</a:t>
            </a:fld>
            <a:endParaRPr lang="en-IN"/>
          </a:p>
        </p:txBody>
      </p:sp>
    </p:spTree>
    <p:extLst>
      <p:ext uri="{BB962C8B-B14F-4D97-AF65-F5344CB8AC3E}">
        <p14:creationId xmlns:p14="http://schemas.microsoft.com/office/powerpoint/2010/main" val="23875836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AF0A6-B22D-2454-99D8-A0759F9EB08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5ACE7B7-D560-4E44-C007-E80BF1B5BDC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FD4146A-B016-9919-8D44-4C00D43453C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408BE1B8-FCF9-4F21-81D5-39A58A0C998D}"/>
              </a:ext>
            </a:extLst>
          </p:cNvPr>
          <p:cNvSpPr>
            <a:spLocks noGrp="1"/>
          </p:cNvSpPr>
          <p:nvPr>
            <p:ph type="dt" sz="half" idx="10"/>
          </p:nvPr>
        </p:nvSpPr>
        <p:spPr/>
        <p:txBody>
          <a:bodyPr/>
          <a:lstStyle/>
          <a:p>
            <a:fld id="{A8378B8B-F7BA-454E-A65A-9D1EFFD098FB}" type="datetimeFigureOut">
              <a:rPr lang="en-IN" smtClean="0"/>
              <a:t>06-03-2026</a:t>
            </a:fld>
            <a:endParaRPr lang="en-IN"/>
          </a:p>
        </p:txBody>
      </p:sp>
      <p:sp>
        <p:nvSpPr>
          <p:cNvPr id="6" name="Footer Placeholder 5">
            <a:extLst>
              <a:ext uri="{FF2B5EF4-FFF2-40B4-BE49-F238E27FC236}">
                <a16:creationId xmlns:a16="http://schemas.microsoft.com/office/drawing/2014/main" id="{C98ED3EE-5654-E9F5-14B3-ED77175CD62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88B7607-CF99-70CA-94AB-9189D8C99F06}"/>
              </a:ext>
            </a:extLst>
          </p:cNvPr>
          <p:cNvSpPr>
            <a:spLocks noGrp="1"/>
          </p:cNvSpPr>
          <p:nvPr>
            <p:ph type="sldNum" sz="quarter" idx="12"/>
          </p:nvPr>
        </p:nvSpPr>
        <p:spPr/>
        <p:txBody>
          <a:bodyPr/>
          <a:lstStyle/>
          <a:p>
            <a:fld id="{C83FEA59-9A34-4370-AE7C-4CFD672BF65F}" type="slidenum">
              <a:rPr lang="en-IN" smtClean="0"/>
              <a:t>‹#›</a:t>
            </a:fld>
            <a:endParaRPr lang="en-IN"/>
          </a:p>
        </p:txBody>
      </p:sp>
    </p:spTree>
    <p:extLst>
      <p:ext uri="{BB962C8B-B14F-4D97-AF65-F5344CB8AC3E}">
        <p14:creationId xmlns:p14="http://schemas.microsoft.com/office/powerpoint/2010/main" val="279635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74503B-BE71-CC0D-F00D-3D875A28D41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1AEBB49-59DC-A0B8-D678-07A35B22CA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A4FFCB2-AD22-4EB5-F6F4-DE7A47FC0BD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B95E5E36-39BF-BA35-2545-022B8206B88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7A4BFD6-C171-7FE2-74F1-90E59E279B2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1EF201C3-B579-83E1-6890-3ACD0F3ED36D}"/>
              </a:ext>
            </a:extLst>
          </p:cNvPr>
          <p:cNvSpPr>
            <a:spLocks noGrp="1"/>
          </p:cNvSpPr>
          <p:nvPr>
            <p:ph type="dt" sz="half" idx="10"/>
          </p:nvPr>
        </p:nvSpPr>
        <p:spPr/>
        <p:txBody>
          <a:bodyPr/>
          <a:lstStyle/>
          <a:p>
            <a:fld id="{A8378B8B-F7BA-454E-A65A-9D1EFFD098FB}" type="datetimeFigureOut">
              <a:rPr lang="en-IN" smtClean="0"/>
              <a:t>06-03-2026</a:t>
            </a:fld>
            <a:endParaRPr lang="en-IN"/>
          </a:p>
        </p:txBody>
      </p:sp>
      <p:sp>
        <p:nvSpPr>
          <p:cNvPr id="8" name="Footer Placeholder 7">
            <a:extLst>
              <a:ext uri="{FF2B5EF4-FFF2-40B4-BE49-F238E27FC236}">
                <a16:creationId xmlns:a16="http://schemas.microsoft.com/office/drawing/2014/main" id="{DDF8C1CB-1E3A-4683-1512-84F43E2CC6F4}"/>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DD2AE6DC-CCFE-AD11-FBC2-C30048A65550}"/>
              </a:ext>
            </a:extLst>
          </p:cNvPr>
          <p:cNvSpPr>
            <a:spLocks noGrp="1"/>
          </p:cNvSpPr>
          <p:nvPr>
            <p:ph type="sldNum" sz="quarter" idx="12"/>
          </p:nvPr>
        </p:nvSpPr>
        <p:spPr/>
        <p:txBody>
          <a:bodyPr/>
          <a:lstStyle/>
          <a:p>
            <a:fld id="{C83FEA59-9A34-4370-AE7C-4CFD672BF65F}" type="slidenum">
              <a:rPr lang="en-IN" smtClean="0"/>
              <a:t>‹#›</a:t>
            </a:fld>
            <a:endParaRPr lang="en-IN"/>
          </a:p>
        </p:txBody>
      </p:sp>
    </p:spTree>
    <p:extLst>
      <p:ext uri="{BB962C8B-B14F-4D97-AF65-F5344CB8AC3E}">
        <p14:creationId xmlns:p14="http://schemas.microsoft.com/office/powerpoint/2010/main" val="18692381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05E5F8-210D-311F-BF97-E41343E29229}"/>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164F3925-29D3-357B-C9A0-F79FBA7EC279}"/>
              </a:ext>
            </a:extLst>
          </p:cNvPr>
          <p:cNvSpPr>
            <a:spLocks noGrp="1"/>
          </p:cNvSpPr>
          <p:nvPr>
            <p:ph type="dt" sz="half" idx="10"/>
          </p:nvPr>
        </p:nvSpPr>
        <p:spPr/>
        <p:txBody>
          <a:bodyPr/>
          <a:lstStyle/>
          <a:p>
            <a:fld id="{A8378B8B-F7BA-454E-A65A-9D1EFFD098FB}" type="datetimeFigureOut">
              <a:rPr lang="en-IN" smtClean="0"/>
              <a:t>06-03-2026</a:t>
            </a:fld>
            <a:endParaRPr lang="en-IN"/>
          </a:p>
        </p:txBody>
      </p:sp>
      <p:sp>
        <p:nvSpPr>
          <p:cNvPr id="4" name="Footer Placeholder 3">
            <a:extLst>
              <a:ext uri="{FF2B5EF4-FFF2-40B4-BE49-F238E27FC236}">
                <a16:creationId xmlns:a16="http://schemas.microsoft.com/office/drawing/2014/main" id="{462C76F0-F447-9C57-C681-C3A5493059B3}"/>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3C163073-1B83-245A-FB67-13749AAC76B8}"/>
              </a:ext>
            </a:extLst>
          </p:cNvPr>
          <p:cNvSpPr>
            <a:spLocks noGrp="1"/>
          </p:cNvSpPr>
          <p:nvPr>
            <p:ph type="sldNum" sz="quarter" idx="12"/>
          </p:nvPr>
        </p:nvSpPr>
        <p:spPr/>
        <p:txBody>
          <a:bodyPr/>
          <a:lstStyle/>
          <a:p>
            <a:fld id="{C83FEA59-9A34-4370-AE7C-4CFD672BF65F}" type="slidenum">
              <a:rPr lang="en-IN" smtClean="0"/>
              <a:t>‹#›</a:t>
            </a:fld>
            <a:endParaRPr lang="en-IN"/>
          </a:p>
        </p:txBody>
      </p:sp>
    </p:spTree>
    <p:extLst>
      <p:ext uri="{BB962C8B-B14F-4D97-AF65-F5344CB8AC3E}">
        <p14:creationId xmlns:p14="http://schemas.microsoft.com/office/powerpoint/2010/main" val="28252804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0CE7300-355E-9710-7B18-2F68729F0125}"/>
              </a:ext>
            </a:extLst>
          </p:cNvPr>
          <p:cNvSpPr>
            <a:spLocks noGrp="1"/>
          </p:cNvSpPr>
          <p:nvPr>
            <p:ph type="dt" sz="half" idx="10"/>
          </p:nvPr>
        </p:nvSpPr>
        <p:spPr/>
        <p:txBody>
          <a:bodyPr/>
          <a:lstStyle/>
          <a:p>
            <a:fld id="{A8378B8B-F7BA-454E-A65A-9D1EFFD098FB}" type="datetimeFigureOut">
              <a:rPr lang="en-IN" smtClean="0"/>
              <a:t>06-03-2026</a:t>
            </a:fld>
            <a:endParaRPr lang="en-IN"/>
          </a:p>
        </p:txBody>
      </p:sp>
      <p:sp>
        <p:nvSpPr>
          <p:cNvPr id="3" name="Footer Placeholder 2">
            <a:extLst>
              <a:ext uri="{FF2B5EF4-FFF2-40B4-BE49-F238E27FC236}">
                <a16:creationId xmlns:a16="http://schemas.microsoft.com/office/drawing/2014/main" id="{DEAB5DF0-DA1A-4EEF-952D-5A941A036C00}"/>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EDAF9EDA-9D1D-FD9B-F29B-695E8BD7C6EE}"/>
              </a:ext>
            </a:extLst>
          </p:cNvPr>
          <p:cNvSpPr>
            <a:spLocks noGrp="1"/>
          </p:cNvSpPr>
          <p:nvPr>
            <p:ph type="sldNum" sz="quarter" idx="12"/>
          </p:nvPr>
        </p:nvSpPr>
        <p:spPr/>
        <p:txBody>
          <a:bodyPr/>
          <a:lstStyle/>
          <a:p>
            <a:fld id="{C83FEA59-9A34-4370-AE7C-4CFD672BF65F}" type="slidenum">
              <a:rPr lang="en-IN" smtClean="0"/>
              <a:t>‹#›</a:t>
            </a:fld>
            <a:endParaRPr lang="en-IN"/>
          </a:p>
        </p:txBody>
      </p:sp>
    </p:spTree>
    <p:extLst>
      <p:ext uri="{BB962C8B-B14F-4D97-AF65-F5344CB8AC3E}">
        <p14:creationId xmlns:p14="http://schemas.microsoft.com/office/powerpoint/2010/main" val="34759415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F200A-021B-2AC6-B9B6-EF597B3A4D7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53390BF-943F-3B0C-6A6C-3713E2E26FB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D6D7DDEB-2B04-AFCE-2A2D-003E93F975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0A1448-B163-BAA1-877C-45AB98C66027}"/>
              </a:ext>
            </a:extLst>
          </p:cNvPr>
          <p:cNvSpPr>
            <a:spLocks noGrp="1"/>
          </p:cNvSpPr>
          <p:nvPr>
            <p:ph type="dt" sz="half" idx="10"/>
          </p:nvPr>
        </p:nvSpPr>
        <p:spPr/>
        <p:txBody>
          <a:bodyPr/>
          <a:lstStyle/>
          <a:p>
            <a:fld id="{A8378B8B-F7BA-454E-A65A-9D1EFFD098FB}" type="datetimeFigureOut">
              <a:rPr lang="en-IN" smtClean="0"/>
              <a:t>06-03-2026</a:t>
            </a:fld>
            <a:endParaRPr lang="en-IN"/>
          </a:p>
        </p:txBody>
      </p:sp>
      <p:sp>
        <p:nvSpPr>
          <p:cNvPr id="6" name="Footer Placeholder 5">
            <a:extLst>
              <a:ext uri="{FF2B5EF4-FFF2-40B4-BE49-F238E27FC236}">
                <a16:creationId xmlns:a16="http://schemas.microsoft.com/office/drawing/2014/main" id="{D8E782D8-45B0-0240-83DE-AB352A80D6A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6DED1C9-DE43-36AE-16CD-F0AC8B3632F9}"/>
              </a:ext>
            </a:extLst>
          </p:cNvPr>
          <p:cNvSpPr>
            <a:spLocks noGrp="1"/>
          </p:cNvSpPr>
          <p:nvPr>
            <p:ph type="sldNum" sz="quarter" idx="12"/>
          </p:nvPr>
        </p:nvSpPr>
        <p:spPr/>
        <p:txBody>
          <a:bodyPr/>
          <a:lstStyle/>
          <a:p>
            <a:fld id="{C83FEA59-9A34-4370-AE7C-4CFD672BF65F}" type="slidenum">
              <a:rPr lang="en-IN" smtClean="0"/>
              <a:t>‹#›</a:t>
            </a:fld>
            <a:endParaRPr lang="en-IN"/>
          </a:p>
        </p:txBody>
      </p:sp>
    </p:spTree>
    <p:extLst>
      <p:ext uri="{BB962C8B-B14F-4D97-AF65-F5344CB8AC3E}">
        <p14:creationId xmlns:p14="http://schemas.microsoft.com/office/powerpoint/2010/main" val="7630221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4496B-D5AF-1CF0-F04D-BCCD4DCD727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CE9438FE-1050-D408-9AB5-8B89B0FECE7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F5B8002A-900D-7EF8-CE32-57B11020F8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169BFB-2A19-60FE-576E-134F6C15E9AE}"/>
              </a:ext>
            </a:extLst>
          </p:cNvPr>
          <p:cNvSpPr>
            <a:spLocks noGrp="1"/>
          </p:cNvSpPr>
          <p:nvPr>
            <p:ph type="dt" sz="half" idx="10"/>
          </p:nvPr>
        </p:nvSpPr>
        <p:spPr/>
        <p:txBody>
          <a:bodyPr/>
          <a:lstStyle/>
          <a:p>
            <a:fld id="{A8378B8B-F7BA-454E-A65A-9D1EFFD098FB}" type="datetimeFigureOut">
              <a:rPr lang="en-IN" smtClean="0"/>
              <a:t>06-03-2026</a:t>
            </a:fld>
            <a:endParaRPr lang="en-IN"/>
          </a:p>
        </p:txBody>
      </p:sp>
      <p:sp>
        <p:nvSpPr>
          <p:cNvPr id="6" name="Footer Placeholder 5">
            <a:extLst>
              <a:ext uri="{FF2B5EF4-FFF2-40B4-BE49-F238E27FC236}">
                <a16:creationId xmlns:a16="http://schemas.microsoft.com/office/drawing/2014/main" id="{A304517C-7D88-174C-0562-5FDEFBDF1B4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4869808C-B6EE-921F-D1A2-34E6E402F896}"/>
              </a:ext>
            </a:extLst>
          </p:cNvPr>
          <p:cNvSpPr>
            <a:spLocks noGrp="1"/>
          </p:cNvSpPr>
          <p:nvPr>
            <p:ph type="sldNum" sz="quarter" idx="12"/>
          </p:nvPr>
        </p:nvSpPr>
        <p:spPr/>
        <p:txBody>
          <a:bodyPr/>
          <a:lstStyle/>
          <a:p>
            <a:fld id="{C83FEA59-9A34-4370-AE7C-4CFD672BF65F}" type="slidenum">
              <a:rPr lang="en-IN" smtClean="0"/>
              <a:t>‹#›</a:t>
            </a:fld>
            <a:endParaRPr lang="en-IN"/>
          </a:p>
        </p:txBody>
      </p:sp>
    </p:spTree>
    <p:extLst>
      <p:ext uri="{BB962C8B-B14F-4D97-AF65-F5344CB8AC3E}">
        <p14:creationId xmlns:p14="http://schemas.microsoft.com/office/powerpoint/2010/main" val="20854580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806D6-D8D4-AA04-3BF4-2EE3EA245F1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5F403A2-E6D8-2A79-2A14-5C53F80E0C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8421D45-0FC2-3898-F907-8A8592C54D7E}"/>
              </a:ext>
            </a:extLst>
          </p:cNvPr>
          <p:cNvSpPr>
            <a:spLocks noGrp="1"/>
          </p:cNvSpPr>
          <p:nvPr>
            <p:ph type="dt" sz="half" idx="10"/>
          </p:nvPr>
        </p:nvSpPr>
        <p:spPr/>
        <p:txBody>
          <a:bodyPr/>
          <a:lstStyle/>
          <a:p>
            <a:fld id="{A8378B8B-F7BA-454E-A65A-9D1EFFD098FB}" type="datetimeFigureOut">
              <a:rPr lang="en-IN" smtClean="0"/>
              <a:t>06-03-2026</a:t>
            </a:fld>
            <a:endParaRPr lang="en-IN"/>
          </a:p>
        </p:txBody>
      </p:sp>
      <p:sp>
        <p:nvSpPr>
          <p:cNvPr id="5" name="Footer Placeholder 4">
            <a:extLst>
              <a:ext uri="{FF2B5EF4-FFF2-40B4-BE49-F238E27FC236}">
                <a16:creationId xmlns:a16="http://schemas.microsoft.com/office/drawing/2014/main" id="{521EFBCB-FDC2-1675-0412-EC362737C1C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BF03489-9694-7C33-8917-8816FA89D5CB}"/>
              </a:ext>
            </a:extLst>
          </p:cNvPr>
          <p:cNvSpPr>
            <a:spLocks noGrp="1"/>
          </p:cNvSpPr>
          <p:nvPr>
            <p:ph type="sldNum" sz="quarter" idx="12"/>
          </p:nvPr>
        </p:nvSpPr>
        <p:spPr/>
        <p:txBody>
          <a:bodyPr/>
          <a:lstStyle/>
          <a:p>
            <a:fld id="{C83FEA59-9A34-4370-AE7C-4CFD672BF65F}" type="slidenum">
              <a:rPr lang="en-IN" smtClean="0"/>
              <a:t>‹#›</a:t>
            </a:fld>
            <a:endParaRPr lang="en-IN"/>
          </a:p>
        </p:txBody>
      </p:sp>
    </p:spTree>
    <p:extLst>
      <p:ext uri="{BB962C8B-B14F-4D97-AF65-F5344CB8AC3E}">
        <p14:creationId xmlns:p14="http://schemas.microsoft.com/office/powerpoint/2010/main" val="6401884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A438445-20B8-0DA3-8F96-68A7F9419F6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5A93A94-DEC2-DF60-FCD5-E0703C9BEDC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140BA2-782E-06F6-6293-A6B684082F14}"/>
              </a:ext>
            </a:extLst>
          </p:cNvPr>
          <p:cNvSpPr>
            <a:spLocks noGrp="1"/>
          </p:cNvSpPr>
          <p:nvPr>
            <p:ph type="dt" sz="half" idx="10"/>
          </p:nvPr>
        </p:nvSpPr>
        <p:spPr/>
        <p:txBody>
          <a:bodyPr/>
          <a:lstStyle/>
          <a:p>
            <a:fld id="{A8378B8B-F7BA-454E-A65A-9D1EFFD098FB}" type="datetimeFigureOut">
              <a:rPr lang="en-IN" smtClean="0"/>
              <a:t>06-03-2026</a:t>
            </a:fld>
            <a:endParaRPr lang="en-IN"/>
          </a:p>
        </p:txBody>
      </p:sp>
      <p:sp>
        <p:nvSpPr>
          <p:cNvPr id="5" name="Footer Placeholder 4">
            <a:extLst>
              <a:ext uri="{FF2B5EF4-FFF2-40B4-BE49-F238E27FC236}">
                <a16:creationId xmlns:a16="http://schemas.microsoft.com/office/drawing/2014/main" id="{B376E0E7-DE58-DA2D-3C59-B3E50626F40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63CEBB8-8FDD-2DA4-9D73-5215CDC5D08E}"/>
              </a:ext>
            </a:extLst>
          </p:cNvPr>
          <p:cNvSpPr>
            <a:spLocks noGrp="1"/>
          </p:cNvSpPr>
          <p:nvPr>
            <p:ph type="sldNum" sz="quarter" idx="12"/>
          </p:nvPr>
        </p:nvSpPr>
        <p:spPr/>
        <p:txBody>
          <a:bodyPr/>
          <a:lstStyle/>
          <a:p>
            <a:fld id="{C83FEA59-9A34-4370-AE7C-4CFD672BF65F}" type="slidenum">
              <a:rPr lang="en-IN" smtClean="0"/>
              <a:t>‹#›</a:t>
            </a:fld>
            <a:endParaRPr lang="en-IN"/>
          </a:p>
        </p:txBody>
      </p:sp>
    </p:spTree>
    <p:extLst>
      <p:ext uri="{BB962C8B-B14F-4D97-AF65-F5344CB8AC3E}">
        <p14:creationId xmlns:p14="http://schemas.microsoft.com/office/powerpoint/2010/main" val="40462644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483E168-CBFB-2041-55D9-C4A9CB668E2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5000C11-C9F8-3588-2A13-91B5423BD0A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A0DE0E4-5EA7-B833-7773-63D41A2EE9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8378B8B-F7BA-454E-A65A-9D1EFFD098FB}" type="datetimeFigureOut">
              <a:rPr lang="en-IN" smtClean="0"/>
              <a:t>06-03-2026</a:t>
            </a:fld>
            <a:endParaRPr lang="en-IN"/>
          </a:p>
        </p:txBody>
      </p:sp>
      <p:sp>
        <p:nvSpPr>
          <p:cNvPr id="5" name="Footer Placeholder 4">
            <a:extLst>
              <a:ext uri="{FF2B5EF4-FFF2-40B4-BE49-F238E27FC236}">
                <a16:creationId xmlns:a16="http://schemas.microsoft.com/office/drawing/2014/main" id="{8BFE2371-2F03-5AF0-C7EB-0FE2CFCBF2C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00CD5450-6AE8-79F9-E008-1B37A051C04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83FEA59-9A34-4370-AE7C-4CFD672BF65F}" type="slidenum">
              <a:rPr lang="en-IN" smtClean="0"/>
              <a:t>‹#›</a:t>
            </a:fld>
            <a:endParaRPr lang="en-IN"/>
          </a:p>
        </p:txBody>
      </p:sp>
    </p:spTree>
    <p:extLst>
      <p:ext uri="{BB962C8B-B14F-4D97-AF65-F5344CB8AC3E}">
        <p14:creationId xmlns:p14="http://schemas.microsoft.com/office/powerpoint/2010/main" val="2380737794"/>
      </p:ext>
    </p:extLst>
  </p:cSld>
  <p:clrMap bg1="lt1" tx1="dk1" bg2="lt2" tx2="dk2" accent1="accent1" accent2="accent2" accent3="accent3" accent4="accent4" accent5="accent5" accent6="accent6" hlink="hlink" folHlink="folHlink"/>
  <p:sldLayoutIdLst>
    <p:sldLayoutId id="2147484911" r:id="rId1"/>
    <p:sldLayoutId id="2147484912" r:id="rId2"/>
    <p:sldLayoutId id="2147484913" r:id="rId3"/>
    <p:sldLayoutId id="2147484914" r:id="rId4"/>
    <p:sldLayoutId id="2147484915" r:id="rId5"/>
    <p:sldLayoutId id="2147484916" r:id="rId6"/>
    <p:sldLayoutId id="2147484917" r:id="rId7"/>
    <p:sldLayoutId id="2147484918" r:id="rId8"/>
    <p:sldLayoutId id="2147484919" r:id="rId9"/>
    <p:sldLayoutId id="2147484920" r:id="rId10"/>
    <p:sldLayoutId id="214748492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605A7-BA9E-5CEF-F648-A19C30F7298E}"/>
              </a:ext>
            </a:extLst>
          </p:cNvPr>
          <p:cNvSpPr>
            <a:spLocks noGrp="1"/>
          </p:cNvSpPr>
          <p:nvPr>
            <p:ph type="ctrTitle"/>
          </p:nvPr>
        </p:nvSpPr>
        <p:spPr>
          <a:xfrm>
            <a:off x="1514168" y="714703"/>
            <a:ext cx="8770374" cy="1091649"/>
          </a:xfrm>
        </p:spPr>
        <p:txBody>
          <a:bodyPr>
            <a:normAutofit/>
          </a:bodyPr>
          <a:lstStyle/>
          <a:p>
            <a:r>
              <a:rPr lang="en-US" sz="4800" b="1" cap="none" spc="0" dirty="0">
                <a:ln w="12700">
                  <a:solidFill>
                    <a:schemeClr val="accent3">
                      <a:lumMod val="50000"/>
                    </a:schemeClr>
                  </a:solidFill>
                  <a:prstDash val="solid"/>
                </a:ln>
                <a:effectLst>
                  <a:innerShdw blurRad="177800">
                    <a:schemeClr val="accent3">
                      <a:lumMod val="50000"/>
                    </a:schemeClr>
                  </a:innerShdw>
                </a:effectLst>
                <a:latin typeface="Algerian" panose="04020705040A02060702" pitchFamily="82" charset="0"/>
              </a:rPr>
              <a:t>IT TICKET ANALYSIS</a:t>
            </a:r>
            <a:endParaRPr lang="en-IN" sz="4800" b="1" cap="none" spc="0" dirty="0">
              <a:ln w="12700">
                <a:solidFill>
                  <a:schemeClr val="accent3">
                    <a:lumMod val="50000"/>
                  </a:schemeClr>
                </a:solidFill>
                <a:prstDash val="solid"/>
              </a:ln>
              <a:effectLst>
                <a:innerShdw blurRad="177800">
                  <a:schemeClr val="accent3">
                    <a:lumMod val="50000"/>
                  </a:schemeClr>
                </a:innerShdw>
              </a:effectLst>
              <a:latin typeface="Algerian" panose="04020705040A02060702" pitchFamily="82" charset="0"/>
            </a:endParaRPr>
          </a:p>
        </p:txBody>
      </p:sp>
      <p:sp>
        <p:nvSpPr>
          <p:cNvPr id="3" name="Subtitle 2">
            <a:extLst>
              <a:ext uri="{FF2B5EF4-FFF2-40B4-BE49-F238E27FC236}">
                <a16:creationId xmlns:a16="http://schemas.microsoft.com/office/drawing/2014/main" id="{4E47053D-E9AF-05B2-8D5F-1697F0002C05}"/>
              </a:ext>
            </a:extLst>
          </p:cNvPr>
          <p:cNvSpPr>
            <a:spLocks noGrp="1"/>
          </p:cNvSpPr>
          <p:nvPr>
            <p:ph type="subTitle" idx="1"/>
          </p:nvPr>
        </p:nvSpPr>
        <p:spPr>
          <a:xfrm>
            <a:off x="406400" y="5974080"/>
            <a:ext cx="3312159" cy="566830"/>
          </a:xfrm>
        </p:spPr>
        <p:txBody>
          <a:bodyPr>
            <a:normAutofit/>
          </a:bodyPr>
          <a:lstStyle/>
          <a:p>
            <a:pPr algn="l"/>
            <a:r>
              <a:rPr lang="en-US" sz="2000" b="1" dirty="0">
                <a:solidFill>
                  <a:srgbClr val="7030A0"/>
                </a:solidFill>
              </a:rPr>
              <a:t>-</a:t>
            </a:r>
            <a:r>
              <a:rPr lang="en-US" sz="2000" b="1" i="1" dirty="0">
                <a:solidFill>
                  <a:srgbClr val="7030A0"/>
                </a:solidFill>
              </a:rPr>
              <a:t>Ritik Katiyar</a:t>
            </a:r>
            <a:endParaRPr lang="en-IN" sz="2000" b="1" i="1" dirty="0">
              <a:solidFill>
                <a:srgbClr val="7030A0"/>
              </a:solidFill>
            </a:endParaRPr>
          </a:p>
        </p:txBody>
      </p:sp>
      <p:pic>
        <p:nvPicPr>
          <p:cNvPr id="9" name="Graphic 8">
            <a:extLst>
              <a:ext uri="{FF2B5EF4-FFF2-40B4-BE49-F238E27FC236}">
                <a16:creationId xmlns:a16="http://schemas.microsoft.com/office/drawing/2014/main" id="{689F95CB-F8BC-471D-431E-28123F6BBE4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816772" y="1806352"/>
            <a:ext cx="5980387" cy="3927904"/>
          </a:xfrm>
          <a:prstGeom prst="rect">
            <a:avLst/>
          </a:prstGeom>
        </p:spPr>
      </p:pic>
    </p:spTree>
    <p:extLst>
      <p:ext uri="{BB962C8B-B14F-4D97-AF65-F5344CB8AC3E}">
        <p14:creationId xmlns:p14="http://schemas.microsoft.com/office/powerpoint/2010/main" val="4648935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184C0-C671-BDBC-180D-6ACDD1017CFA}"/>
              </a:ext>
            </a:extLst>
          </p:cNvPr>
          <p:cNvSpPr>
            <a:spLocks noGrp="1"/>
          </p:cNvSpPr>
          <p:nvPr>
            <p:ph type="ctrTitle"/>
          </p:nvPr>
        </p:nvSpPr>
        <p:spPr>
          <a:xfrm>
            <a:off x="557048" y="1179871"/>
            <a:ext cx="9301655" cy="904570"/>
          </a:xfrm>
        </p:spPr>
        <p:txBody>
          <a:bodyPr>
            <a:normAutofit/>
            <a:scene3d>
              <a:camera prst="orthographicFront"/>
              <a:lightRig rig="soft" dir="t">
                <a:rot lat="0" lon="0" rev="15600000"/>
              </a:lightRig>
            </a:scene3d>
            <a:sp3d extrusionH="57150" prstMaterial="softEdge">
              <a:bevelT w="25400" h="38100"/>
            </a:sp3d>
          </a:bodyPr>
          <a:lstStyle/>
          <a:p>
            <a:pPr marL="571500" indent="-571500" algn="l">
              <a:buFont typeface="Wingdings" panose="05000000000000000000" pitchFamily="2" charset="2"/>
              <a:buChar char="q"/>
            </a:pPr>
            <a:r>
              <a:rPr lang="en-US" sz="4000" b="1" i="1" dirty="0">
                <a:ln/>
                <a:solidFill>
                  <a:srgbClr val="7030A0"/>
                </a:solidFill>
              </a:rPr>
              <a:t>Problem statement</a:t>
            </a:r>
            <a:endParaRPr lang="en-IN" sz="4000" b="1" i="1" dirty="0">
              <a:ln/>
              <a:solidFill>
                <a:srgbClr val="7030A0"/>
              </a:solidFill>
            </a:endParaRPr>
          </a:p>
        </p:txBody>
      </p:sp>
      <p:sp>
        <p:nvSpPr>
          <p:cNvPr id="3" name="Subtitle 2">
            <a:extLst>
              <a:ext uri="{FF2B5EF4-FFF2-40B4-BE49-F238E27FC236}">
                <a16:creationId xmlns:a16="http://schemas.microsoft.com/office/drawing/2014/main" id="{1D44CBFD-0271-B3F8-10A8-54EA860C9E70}"/>
              </a:ext>
            </a:extLst>
          </p:cNvPr>
          <p:cNvSpPr>
            <a:spLocks noGrp="1"/>
          </p:cNvSpPr>
          <p:nvPr>
            <p:ph type="subTitle" idx="1"/>
          </p:nvPr>
        </p:nvSpPr>
        <p:spPr>
          <a:xfrm>
            <a:off x="231228" y="2524433"/>
            <a:ext cx="8534400" cy="4112341"/>
          </a:xfrm>
        </p:spPr>
        <p:txBody>
          <a:bodyPr>
            <a:normAutofit/>
          </a:bodyPr>
          <a:lstStyle/>
          <a:p>
            <a:pPr marL="914400" lvl="1" indent="-457200" algn="l">
              <a:buClr>
                <a:srgbClr val="FF0000"/>
              </a:buClr>
              <a:buFont typeface="Wingdings" panose="05000000000000000000" pitchFamily="2" charset="2"/>
              <a:buChar char="§"/>
            </a:pPr>
            <a:r>
              <a:rPr lang="en-US" i="1" dirty="0"/>
              <a:t>To understand the performance of IT Agents.</a:t>
            </a:r>
          </a:p>
          <a:p>
            <a:pPr lvl="1" algn="l">
              <a:buClr>
                <a:srgbClr val="FF0000"/>
              </a:buClr>
            </a:pPr>
            <a:endParaRPr lang="en-US" i="1" dirty="0"/>
          </a:p>
          <a:p>
            <a:pPr marL="914400" lvl="1" indent="-457200" algn="l">
              <a:buClr>
                <a:srgbClr val="FF0000"/>
              </a:buClr>
              <a:buFont typeface="Wingdings" panose="05000000000000000000" pitchFamily="2" charset="2"/>
              <a:buChar char="§"/>
            </a:pPr>
            <a:r>
              <a:rPr lang="en-US" i="1" dirty="0"/>
              <a:t>To understand the efficiency of ticket resolution.</a:t>
            </a:r>
          </a:p>
          <a:p>
            <a:pPr marL="914400" lvl="1" indent="-457200" algn="l">
              <a:buClr>
                <a:srgbClr val="FF0000"/>
              </a:buClr>
              <a:buFont typeface="Wingdings" panose="05000000000000000000" pitchFamily="2" charset="2"/>
              <a:buChar char="§"/>
            </a:pPr>
            <a:endParaRPr lang="en-US" i="1" dirty="0"/>
          </a:p>
          <a:p>
            <a:pPr marL="914400" lvl="1" indent="-457200" algn="l">
              <a:buClr>
                <a:srgbClr val="FF0000"/>
              </a:buClr>
              <a:buFont typeface="Wingdings" panose="05000000000000000000" pitchFamily="2" charset="2"/>
              <a:buChar char="§"/>
            </a:pPr>
            <a:r>
              <a:rPr lang="en-US" i="1" dirty="0"/>
              <a:t>To understand the satisfaction levels of employees</a:t>
            </a:r>
            <a:r>
              <a:rPr lang="en-US" i="1" dirty="0">
                <a:solidFill>
                  <a:srgbClr val="00B050"/>
                </a:solidFill>
              </a:rPr>
              <a:t>. </a:t>
            </a:r>
            <a:endParaRPr lang="en-IN" i="1" dirty="0">
              <a:solidFill>
                <a:srgbClr val="00B050"/>
              </a:solidFill>
            </a:endParaRPr>
          </a:p>
        </p:txBody>
      </p:sp>
      <p:pic>
        <p:nvPicPr>
          <p:cNvPr id="5" name="Graphic 4" descr="Brain with solid fill">
            <a:extLst>
              <a:ext uri="{FF2B5EF4-FFF2-40B4-BE49-F238E27FC236}">
                <a16:creationId xmlns:a16="http://schemas.microsoft.com/office/drawing/2014/main" id="{3F00C1F9-89E7-65D8-83EF-68FBA906C56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30350" y="2084440"/>
            <a:ext cx="2479084" cy="2109187"/>
          </a:xfrm>
          <a:prstGeom prst="rect">
            <a:avLst/>
          </a:prstGeom>
        </p:spPr>
      </p:pic>
    </p:spTree>
    <p:extLst>
      <p:ext uri="{BB962C8B-B14F-4D97-AF65-F5344CB8AC3E}">
        <p14:creationId xmlns:p14="http://schemas.microsoft.com/office/powerpoint/2010/main" val="14994517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19573-4044-C917-0D36-F909E06440B9}"/>
              </a:ext>
            </a:extLst>
          </p:cNvPr>
          <p:cNvSpPr>
            <a:spLocks noGrp="1"/>
          </p:cNvSpPr>
          <p:nvPr>
            <p:ph type="ctrTitle"/>
          </p:nvPr>
        </p:nvSpPr>
        <p:spPr>
          <a:xfrm>
            <a:off x="535859" y="1074090"/>
            <a:ext cx="7703574" cy="973054"/>
          </a:xfrm>
        </p:spPr>
        <p:txBody>
          <a:bodyPr>
            <a:noAutofit/>
            <a:scene3d>
              <a:camera prst="orthographicFront"/>
              <a:lightRig rig="soft" dir="t">
                <a:rot lat="0" lon="0" rev="15600000"/>
              </a:lightRig>
            </a:scene3d>
            <a:sp3d extrusionH="57150" prstMaterial="softEdge">
              <a:bevelT w="25400" h="38100"/>
            </a:sp3d>
          </a:bodyPr>
          <a:lstStyle/>
          <a:p>
            <a:pPr marL="571500" indent="-571500" algn="l">
              <a:buFont typeface="Wingdings" panose="05000000000000000000" pitchFamily="2" charset="2"/>
              <a:buChar char="q"/>
            </a:pPr>
            <a:r>
              <a:rPr lang="en-US" sz="4000" b="1" i="1" dirty="0">
                <a:ln/>
                <a:solidFill>
                  <a:srgbClr val="7030A0"/>
                </a:solidFill>
              </a:rPr>
              <a:t>AIMS</a:t>
            </a:r>
            <a:endParaRPr lang="en-IN" sz="4000" b="1" i="1" dirty="0">
              <a:ln/>
              <a:solidFill>
                <a:srgbClr val="7030A0"/>
              </a:solidFill>
            </a:endParaRPr>
          </a:p>
        </p:txBody>
      </p:sp>
      <p:sp>
        <p:nvSpPr>
          <p:cNvPr id="3" name="Subtitle 2">
            <a:extLst>
              <a:ext uri="{FF2B5EF4-FFF2-40B4-BE49-F238E27FC236}">
                <a16:creationId xmlns:a16="http://schemas.microsoft.com/office/drawing/2014/main" id="{8893FDB0-75FC-9CB2-A695-EE0CF1BB7501}"/>
              </a:ext>
            </a:extLst>
          </p:cNvPr>
          <p:cNvSpPr>
            <a:spLocks noGrp="1"/>
          </p:cNvSpPr>
          <p:nvPr>
            <p:ph type="subTitle" idx="1"/>
          </p:nvPr>
        </p:nvSpPr>
        <p:spPr>
          <a:xfrm>
            <a:off x="535859" y="2470101"/>
            <a:ext cx="8962102" cy="2827282"/>
          </a:xfrm>
        </p:spPr>
        <p:txBody>
          <a:bodyPr>
            <a:noAutofit/>
          </a:bodyPr>
          <a:lstStyle/>
          <a:p>
            <a:pPr marL="457200" indent="-457200" algn="l">
              <a:buClr>
                <a:srgbClr val="FF0000"/>
              </a:buClr>
              <a:buFont typeface="Wingdings" panose="05000000000000000000" pitchFamily="2" charset="2"/>
              <a:buChar char="§"/>
            </a:pPr>
            <a:r>
              <a:rPr lang="en-US" sz="2000" i="1" dirty="0"/>
              <a:t>To evaluate the performance among IT agents.</a:t>
            </a:r>
          </a:p>
          <a:p>
            <a:pPr marL="457200" indent="-457200" algn="l">
              <a:buClr>
                <a:srgbClr val="FF0000"/>
              </a:buClr>
              <a:buFont typeface="Wingdings" panose="05000000000000000000" pitchFamily="2" charset="2"/>
              <a:buChar char="§"/>
            </a:pPr>
            <a:r>
              <a:rPr lang="en-US" sz="2000" i="1" dirty="0"/>
              <a:t>Assess the overall effectiveness of the team.</a:t>
            </a:r>
          </a:p>
          <a:p>
            <a:pPr marL="457200" indent="-457200" algn="l">
              <a:buClr>
                <a:srgbClr val="FF0000"/>
              </a:buClr>
              <a:buFont typeface="Wingdings" panose="05000000000000000000" pitchFamily="2" charset="2"/>
              <a:buChar char="§"/>
            </a:pPr>
            <a:r>
              <a:rPr lang="en-US" sz="2000" i="1" dirty="0"/>
              <a:t>Identify the areas for improvement in the ticket resolution process.</a:t>
            </a:r>
          </a:p>
          <a:p>
            <a:pPr marL="457200" indent="-457200" algn="l">
              <a:buClr>
                <a:srgbClr val="FF0000"/>
              </a:buClr>
              <a:buFont typeface="Wingdings" panose="05000000000000000000" pitchFamily="2" charset="2"/>
              <a:buChar char="§"/>
            </a:pPr>
            <a:r>
              <a:rPr lang="en-US" sz="2000" i="1" dirty="0"/>
              <a:t>To make informed staffing decisions, including hiring, firing, &amp; training.</a:t>
            </a:r>
          </a:p>
          <a:p>
            <a:pPr marL="457200" indent="-457200" algn="l">
              <a:buClr>
                <a:srgbClr val="FF0000"/>
              </a:buClr>
              <a:buFont typeface="Wingdings" panose="05000000000000000000" pitchFamily="2" charset="2"/>
              <a:buChar char="§"/>
            </a:pPr>
            <a:r>
              <a:rPr lang="en-US" sz="2000" i="1" dirty="0"/>
              <a:t>To enhance overall service quality and team performance.</a:t>
            </a:r>
            <a:endParaRPr lang="en-IN" sz="2000" i="1" dirty="0"/>
          </a:p>
        </p:txBody>
      </p:sp>
      <p:pic>
        <p:nvPicPr>
          <p:cNvPr id="5" name="Graphic 4" descr="Classroom with solid fill">
            <a:extLst>
              <a:ext uri="{FF2B5EF4-FFF2-40B4-BE49-F238E27FC236}">
                <a16:creationId xmlns:a16="http://schemas.microsoft.com/office/drawing/2014/main" id="{BA4CBD51-1ABE-50E9-6D6A-1B0439579C9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497961" y="2349909"/>
            <a:ext cx="2042398" cy="2001373"/>
          </a:xfrm>
          <a:prstGeom prst="rect">
            <a:avLst/>
          </a:prstGeom>
        </p:spPr>
      </p:pic>
    </p:spTree>
    <p:extLst>
      <p:ext uri="{BB962C8B-B14F-4D97-AF65-F5344CB8AC3E}">
        <p14:creationId xmlns:p14="http://schemas.microsoft.com/office/powerpoint/2010/main" val="1933378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A07CB-3210-3684-302D-18E0F6A8A5C8}"/>
              </a:ext>
            </a:extLst>
          </p:cNvPr>
          <p:cNvSpPr>
            <a:spLocks noGrp="1"/>
          </p:cNvSpPr>
          <p:nvPr>
            <p:ph type="ctrTitle"/>
          </p:nvPr>
        </p:nvSpPr>
        <p:spPr>
          <a:xfrm>
            <a:off x="137652" y="1093076"/>
            <a:ext cx="5254155" cy="981529"/>
          </a:xfrm>
        </p:spPr>
        <p:txBody>
          <a:bodyPr>
            <a:normAutofit/>
            <a:scene3d>
              <a:camera prst="orthographicFront"/>
              <a:lightRig rig="soft" dir="t">
                <a:rot lat="0" lon="0" rev="15600000"/>
              </a:lightRig>
            </a:scene3d>
            <a:sp3d extrusionH="57150" prstMaterial="softEdge">
              <a:bevelT w="25400" h="38100"/>
            </a:sp3d>
          </a:bodyPr>
          <a:lstStyle/>
          <a:p>
            <a:pPr marL="571500" indent="-571500">
              <a:buFont typeface="Wingdings" panose="05000000000000000000" pitchFamily="2" charset="2"/>
              <a:buChar char="q"/>
            </a:pPr>
            <a:r>
              <a:rPr lang="en-US" sz="4000" b="1" i="1" dirty="0">
                <a:ln/>
                <a:solidFill>
                  <a:srgbClr val="7030A0"/>
                </a:solidFill>
              </a:rPr>
              <a:t>Performance data</a:t>
            </a:r>
            <a:endParaRPr lang="en-IN" sz="4000" b="1" i="1" dirty="0">
              <a:ln/>
              <a:solidFill>
                <a:srgbClr val="7030A0"/>
              </a:solidFill>
            </a:endParaRPr>
          </a:p>
        </p:txBody>
      </p:sp>
      <p:sp>
        <p:nvSpPr>
          <p:cNvPr id="3" name="Subtitle 2">
            <a:extLst>
              <a:ext uri="{FF2B5EF4-FFF2-40B4-BE49-F238E27FC236}">
                <a16:creationId xmlns:a16="http://schemas.microsoft.com/office/drawing/2014/main" id="{D53D5B6E-5936-5E83-9601-5AA5AC66105F}"/>
              </a:ext>
            </a:extLst>
          </p:cNvPr>
          <p:cNvSpPr>
            <a:spLocks noGrp="1"/>
          </p:cNvSpPr>
          <p:nvPr>
            <p:ph type="subTitle" idx="1"/>
          </p:nvPr>
        </p:nvSpPr>
        <p:spPr>
          <a:xfrm>
            <a:off x="546538" y="2585545"/>
            <a:ext cx="9047287" cy="2974427"/>
          </a:xfrm>
        </p:spPr>
        <p:txBody>
          <a:bodyPr>
            <a:normAutofit/>
          </a:bodyPr>
          <a:lstStyle/>
          <a:p>
            <a:pPr marL="342900" indent="-342900" algn="l">
              <a:buClr>
                <a:srgbClr val="FF0000"/>
              </a:buClr>
              <a:buFont typeface="Wingdings" panose="05000000000000000000" pitchFamily="2" charset="2"/>
              <a:buChar char="§"/>
            </a:pPr>
            <a:r>
              <a:rPr lang="en-US" sz="2000" i="1" dirty="0"/>
              <a:t>Total Agents – 50</a:t>
            </a:r>
          </a:p>
          <a:p>
            <a:pPr marL="342900" indent="-342900" algn="l">
              <a:buClr>
                <a:srgbClr val="FF0000"/>
              </a:buClr>
              <a:buFont typeface="Wingdings" panose="05000000000000000000" pitchFamily="2" charset="2"/>
              <a:buChar char="§"/>
            </a:pPr>
            <a:r>
              <a:rPr lang="en-US" sz="2000" i="1" dirty="0"/>
              <a:t>Average age of IT Agents- 40 years</a:t>
            </a:r>
          </a:p>
          <a:p>
            <a:pPr marL="342900" indent="-342900" algn="l">
              <a:buClr>
                <a:srgbClr val="FF0000"/>
              </a:buClr>
              <a:buFont typeface="Wingdings" panose="05000000000000000000" pitchFamily="2" charset="2"/>
              <a:buChar char="§"/>
            </a:pPr>
            <a:r>
              <a:rPr lang="en-US" sz="2000" i="1" dirty="0"/>
              <a:t>Total number of Tickets – 97,498</a:t>
            </a:r>
          </a:p>
          <a:p>
            <a:pPr marL="342900" indent="-342900" algn="l">
              <a:buClr>
                <a:srgbClr val="FF0000"/>
              </a:buClr>
              <a:buFont typeface="Wingdings" panose="05000000000000000000" pitchFamily="2" charset="2"/>
              <a:buChar char="§"/>
            </a:pPr>
            <a:r>
              <a:rPr lang="en-US" sz="2000" i="1" dirty="0"/>
              <a:t>Average daily ticket volume – 53.36 (Total tickets/total unique days).</a:t>
            </a:r>
          </a:p>
          <a:p>
            <a:pPr marL="342900" indent="-342900" algn="l">
              <a:buClr>
                <a:srgbClr val="FF0000"/>
              </a:buClr>
              <a:buFont typeface="Wingdings" panose="05000000000000000000" pitchFamily="2" charset="2"/>
              <a:buChar char="§"/>
            </a:pPr>
            <a:r>
              <a:rPr lang="en-IN" sz="2000" i="1" dirty="0"/>
              <a:t>Average Resolution Time for tickets – 4.5 days</a:t>
            </a:r>
            <a:endParaRPr lang="en-IN" sz="2000" dirty="0"/>
          </a:p>
        </p:txBody>
      </p:sp>
      <p:pic>
        <p:nvPicPr>
          <p:cNvPr id="5" name="Graphic 4" descr="Cheers with solid fill">
            <a:extLst>
              <a:ext uri="{FF2B5EF4-FFF2-40B4-BE49-F238E27FC236}">
                <a16:creationId xmlns:a16="http://schemas.microsoft.com/office/drawing/2014/main" id="{86F67716-C32B-D972-B72D-C5A54EEEED7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162901" y="2396359"/>
            <a:ext cx="2240823" cy="2017985"/>
          </a:xfrm>
          <a:prstGeom prst="rect">
            <a:avLst/>
          </a:prstGeom>
        </p:spPr>
      </p:pic>
    </p:spTree>
    <p:extLst>
      <p:ext uri="{BB962C8B-B14F-4D97-AF65-F5344CB8AC3E}">
        <p14:creationId xmlns:p14="http://schemas.microsoft.com/office/powerpoint/2010/main" val="18753177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397874-C1B9-D1F1-3195-C5E4D98EE3E5}"/>
              </a:ext>
            </a:extLst>
          </p:cNvPr>
          <p:cNvSpPr>
            <a:spLocks noGrp="1"/>
          </p:cNvSpPr>
          <p:nvPr>
            <p:ph type="ctrTitle"/>
          </p:nvPr>
        </p:nvSpPr>
        <p:spPr>
          <a:xfrm>
            <a:off x="176982" y="819808"/>
            <a:ext cx="4426550" cy="788276"/>
          </a:xfrm>
        </p:spPr>
        <p:txBody>
          <a:bodyPr>
            <a:normAutofit/>
            <a:scene3d>
              <a:camera prst="orthographicFront"/>
              <a:lightRig rig="soft" dir="t">
                <a:rot lat="0" lon="0" rev="15600000"/>
              </a:lightRig>
            </a:scene3d>
            <a:sp3d extrusionH="57150" prstMaterial="softEdge">
              <a:bevelT w="25400" h="38100"/>
            </a:sp3d>
          </a:bodyPr>
          <a:lstStyle/>
          <a:p>
            <a:pPr marL="857250" indent="-857250" algn="ctr">
              <a:buFont typeface="Wingdings" panose="05000000000000000000" pitchFamily="2" charset="2"/>
              <a:buChar char="q"/>
            </a:pPr>
            <a:r>
              <a:rPr lang="en-US" sz="4000" b="1" i="1" u="sng" dirty="0">
                <a:ln/>
                <a:solidFill>
                  <a:srgbClr val="7030A0"/>
                </a:solidFill>
              </a:rPr>
              <a:t>KPIs Overview</a:t>
            </a:r>
            <a:endParaRPr lang="en-IN" sz="4000" b="1" i="1" u="sng" dirty="0">
              <a:ln/>
              <a:solidFill>
                <a:srgbClr val="7030A0"/>
              </a:solidFill>
            </a:endParaRPr>
          </a:p>
        </p:txBody>
      </p:sp>
      <p:sp>
        <p:nvSpPr>
          <p:cNvPr id="4" name="Rectangle 1">
            <a:extLst>
              <a:ext uri="{FF2B5EF4-FFF2-40B4-BE49-F238E27FC236}">
                <a16:creationId xmlns:a16="http://schemas.microsoft.com/office/drawing/2014/main" id="{D78648C3-C072-C9F4-CA2A-737B0D3CAF0F}"/>
              </a:ext>
            </a:extLst>
          </p:cNvPr>
          <p:cNvSpPr>
            <a:spLocks noGrp="1" noChangeArrowheads="1"/>
          </p:cNvSpPr>
          <p:nvPr>
            <p:ph type="subTitle" idx="1"/>
          </p:nvPr>
        </p:nvSpPr>
        <p:spPr bwMode="auto">
          <a:xfrm>
            <a:off x="420414" y="1987480"/>
            <a:ext cx="10645793"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
                <a:srgbClr val="FF0000"/>
              </a:buClr>
              <a:buSzTx/>
              <a:buFont typeface="Wingdings" panose="05000000000000000000" pitchFamily="2" charset="2"/>
              <a:buChar char="§"/>
              <a:tabLst/>
            </a:pPr>
            <a:r>
              <a:rPr kumimoji="0" lang="en-US" altLang="en-US" sz="2000" i="1" u="none" strike="noStrike" cap="none" normalizeH="0" baseline="0" dirty="0">
                <a:ln>
                  <a:noFill/>
                </a:ln>
                <a:effectLst/>
                <a:latin typeface="Arial" panose="020B0604020202020204" pitchFamily="34" charset="0"/>
              </a:rPr>
              <a:t>Total No. of Tickets (Ticket Volume)</a:t>
            </a:r>
          </a:p>
          <a:p>
            <a:pPr marL="285750" marR="0" lvl="0" indent="-285750" algn="l" defTabSz="914400" rtl="0" eaLnBrk="0" fontAlgn="base" latinLnBrk="0" hangingPunct="0">
              <a:lnSpc>
                <a:spcPct val="100000"/>
              </a:lnSpc>
              <a:spcBef>
                <a:spcPct val="0"/>
              </a:spcBef>
              <a:spcAft>
                <a:spcPct val="0"/>
              </a:spcAft>
              <a:buClr>
                <a:srgbClr val="FF0000"/>
              </a:buClr>
              <a:buSzTx/>
              <a:buFont typeface="Wingdings" panose="05000000000000000000" pitchFamily="2" charset="2"/>
              <a:buChar char="§"/>
              <a:tabLst/>
            </a:pPr>
            <a:r>
              <a:rPr kumimoji="0" lang="en-US" altLang="en-US" sz="2000" i="1" u="none" strike="noStrike" cap="none" normalizeH="0" baseline="0" dirty="0">
                <a:ln>
                  <a:noFill/>
                </a:ln>
                <a:effectLst/>
                <a:latin typeface="Arial" panose="020B0604020202020204" pitchFamily="34" charset="0"/>
              </a:rPr>
              <a:t>No. of Agents</a:t>
            </a:r>
          </a:p>
          <a:p>
            <a:pPr marL="285750" marR="0" lvl="0" indent="-285750" algn="l" defTabSz="914400" rtl="0" eaLnBrk="0" fontAlgn="base" latinLnBrk="0" hangingPunct="0">
              <a:lnSpc>
                <a:spcPct val="100000"/>
              </a:lnSpc>
              <a:spcBef>
                <a:spcPct val="0"/>
              </a:spcBef>
              <a:spcAft>
                <a:spcPct val="0"/>
              </a:spcAft>
              <a:buClr>
                <a:srgbClr val="FF0000"/>
              </a:buClr>
              <a:buSzTx/>
              <a:buFont typeface="Wingdings" panose="05000000000000000000" pitchFamily="2" charset="2"/>
              <a:buChar char="§"/>
              <a:tabLst/>
            </a:pPr>
            <a:r>
              <a:rPr kumimoji="0" lang="en-US" altLang="en-US" sz="2000" i="1" u="none" strike="noStrike" cap="none" normalizeH="0" baseline="0" dirty="0">
                <a:ln>
                  <a:noFill/>
                </a:ln>
                <a:effectLst/>
                <a:latin typeface="Arial" panose="020B0604020202020204" pitchFamily="34" charset="0"/>
              </a:rPr>
              <a:t>Avg. Resolution Time (Days) to Fix the Issue</a:t>
            </a:r>
          </a:p>
          <a:p>
            <a:pPr marL="285750" marR="0" lvl="0" indent="-285750" algn="l" defTabSz="914400" rtl="0" eaLnBrk="0" fontAlgn="base" latinLnBrk="0" hangingPunct="0">
              <a:lnSpc>
                <a:spcPct val="100000"/>
              </a:lnSpc>
              <a:spcBef>
                <a:spcPct val="0"/>
              </a:spcBef>
              <a:spcAft>
                <a:spcPct val="0"/>
              </a:spcAft>
              <a:buClr>
                <a:srgbClr val="FF0000"/>
              </a:buClr>
              <a:buSzTx/>
              <a:buFont typeface="Wingdings" panose="05000000000000000000" pitchFamily="2" charset="2"/>
              <a:buChar char="§"/>
              <a:tabLst/>
            </a:pPr>
            <a:r>
              <a:rPr kumimoji="0" lang="en-US" altLang="en-US" sz="2000" i="1" u="none" strike="noStrike" cap="none" normalizeH="0" baseline="0" dirty="0">
                <a:ln>
                  <a:noFill/>
                </a:ln>
                <a:effectLst/>
                <a:latin typeface="Arial" panose="020B0604020202020204" pitchFamily="34" charset="0"/>
              </a:rPr>
              <a:t>Avg. Satisfaction Rate</a:t>
            </a:r>
          </a:p>
          <a:p>
            <a:pPr marL="285750" marR="0" lvl="0" indent="-285750" algn="l" defTabSz="914400" rtl="0" eaLnBrk="0" fontAlgn="base" latinLnBrk="0" hangingPunct="0">
              <a:lnSpc>
                <a:spcPct val="100000"/>
              </a:lnSpc>
              <a:spcBef>
                <a:spcPct val="0"/>
              </a:spcBef>
              <a:spcAft>
                <a:spcPct val="0"/>
              </a:spcAft>
              <a:buClr>
                <a:srgbClr val="FF0000"/>
              </a:buClr>
              <a:buSzTx/>
              <a:buFont typeface="Wingdings" panose="05000000000000000000" pitchFamily="2" charset="2"/>
              <a:buChar char="§"/>
              <a:tabLst/>
            </a:pPr>
            <a:r>
              <a:rPr kumimoji="0" lang="en-US" altLang="en-US" sz="2000" i="1" u="none" strike="noStrike" cap="none" normalizeH="0" baseline="0" dirty="0">
                <a:ln>
                  <a:noFill/>
                </a:ln>
                <a:effectLst/>
                <a:latin typeface="Arial" panose="020B0604020202020204" pitchFamily="34" charset="0"/>
              </a:rPr>
              <a:t>Ticket Volume Over Time (Year)</a:t>
            </a:r>
          </a:p>
          <a:p>
            <a:pPr marL="285750" marR="0" lvl="0" indent="-285750" algn="l" defTabSz="914400" rtl="0" eaLnBrk="0" fontAlgn="base" latinLnBrk="0" hangingPunct="0">
              <a:lnSpc>
                <a:spcPct val="100000"/>
              </a:lnSpc>
              <a:spcBef>
                <a:spcPct val="0"/>
              </a:spcBef>
              <a:spcAft>
                <a:spcPct val="0"/>
              </a:spcAft>
              <a:buClr>
                <a:srgbClr val="FF0000"/>
              </a:buClr>
              <a:buSzTx/>
              <a:buFont typeface="Wingdings" panose="05000000000000000000" pitchFamily="2" charset="2"/>
              <a:buChar char="§"/>
              <a:tabLst/>
            </a:pPr>
            <a:r>
              <a:rPr kumimoji="0" lang="en-US" altLang="en-US" sz="2000" i="1" u="none" strike="noStrike" cap="none" normalizeH="0" baseline="0" dirty="0">
                <a:ln>
                  <a:noFill/>
                </a:ln>
                <a:effectLst/>
                <a:latin typeface="Arial" panose="020B0604020202020204" pitchFamily="34" charset="0"/>
              </a:rPr>
              <a:t>Ticket Volume, Avg. Satisfaction Rate &amp; Avg. Resolution Time by Age Group</a:t>
            </a:r>
          </a:p>
          <a:p>
            <a:pPr marL="285750" marR="0" lvl="0" indent="-285750" algn="l" defTabSz="914400" rtl="0" eaLnBrk="0" fontAlgn="base" latinLnBrk="0" hangingPunct="0">
              <a:lnSpc>
                <a:spcPct val="100000"/>
              </a:lnSpc>
              <a:spcBef>
                <a:spcPct val="0"/>
              </a:spcBef>
              <a:spcAft>
                <a:spcPct val="0"/>
              </a:spcAft>
              <a:buClr>
                <a:srgbClr val="FF0000"/>
              </a:buClr>
              <a:buSzTx/>
              <a:buFont typeface="Wingdings" panose="05000000000000000000" pitchFamily="2" charset="2"/>
              <a:buChar char="§"/>
              <a:tabLst/>
            </a:pPr>
            <a:r>
              <a:rPr kumimoji="0" lang="en-US" altLang="en-US" sz="2000" i="1" u="none" strike="noStrike" cap="none" normalizeH="0" baseline="0" dirty="0">
                <a:ln>
                  <a:noFill/>
                </a:ln>
                <a:effectLst/>
                <a:latin typeface="Arial" panose="020B0604020202020204" pitchFamily="34" charset="0"/>
              </a:rPr>
              <a:t>Volume of Tickets by Severity (Priority-Based)</a:t>
            </a:r>
          </a:p>
          <a:p>
            <a:pPr marL="285750" marR="0" lvl="0" indent="-285750" algn="l" defTabSz="914400" rtl="0" eaLnBrk="0" fontAlgn="base" latinLnBrk="0" hangingPunct="0">
              <a:lnSpc>
                <a:spcPct val="100000"/>
              </a:lnSpc>
              <a:spcBef>
                <a:spcPct val="0"/>
              </a:spcBef>
              <a:spcAft>
                <a:spcPct val="0"/>
              </a:spcAft>
              <a:buClr>
                <a:srgbClr val="FF0000"/>
              </a:buClr>
              <a:buSzTx/>
              <a:buFont typeface="Wingdings" panose="05000000000000000000" pitchFamily="2" charset="2"/>
              <a:buChar char="§"/>
              <a:tabLst/>
            </a:pPr>
            <a:r>
              <a:rPr kumimoji="0" lang="en-US" altLang="en-US" sz="2000" i="1" u="none" strike="noStrike" cap="none" normalizeH="0" baseline="0" dirty="0">
                <a:ln>
                  <a:noFill/>
                </a:ln>
                <a:effectLst/>
                <a:latin typeface="Arial" panose="020B0604020202020204" pitchFamily="34" charset="0"/>
              </a:rPr>
              <a:t>Avg. Resolution Time (Days) by Request Category (Severity-Based)</a:t>
            </a:r>
          </a:p>
          <a:p>
            <a:pPr marL="285750" marR="0" lvl="0" indent="-285750" algn="l" defTabSz="914400" rtl="0" eaLnBrk="0" fontAlgn="base" latinLnBrk="0" hangingPunct="0">
              <a:lnSpc>
                <a:spcPct val="100000"/>
              </a:lnSpc>
              <a:spcBef>
                <a:spcPct val="0"/>
              </a:spcBef>
              <a:spcAft>
                <a:spcPct val="0"/>
              </a:spcAft>
              <a:buClr>
                <a:srgbClr val="FF0000"/>
              </a:buClr>
              <a:buSzTx/>
              <a:buFont typeface="Wingdings" panose="05000000000000000000" pitchFamily="2" charset="2"/>
              <a:buChar char="§"/>
              <a:tabLst/>
            </a:pPr>
            <a:r>
              <a:rPr kumimoji="0" lang="en-US" altLang="en-US" sz="2000" i="1" u="none" strike="noStrike" cap="none" normalizeH="0" baseline="0" dirty="0">
                <a:ln>
                  <a:noFill/>
                </a:ln>
                <a:effectLst/>
                <a:latin typeface="Arial" panose="020B0604020202020204" pitchFamily="34" charset="0"/>
              </a:rPr>
              <a:t>Peak &amp; Off-Peak Months</a:t>
            </a:r>
          </a:p>
          <a:p>
            <a:pPr marL="285750" marR="0" lvl="0" indent="-285750" algn="l" defTabSz="914400" rtl="0" eaLnBrk="0" fontAlgn="base" latinLnBrk="0" hangingPunct="0">
              <a:lnSpc>
                <a:spcPct val="100000"/>
              </a:lnSpc>
              <a:spcBef>
                <a:spcPct val="0"/>
              </a:spcBef>
              <a:spcAft>
                <a:spcPct val="0"/>
              </a:spcAft>
              <a:buClr>
                <a:srgbClr val="FF0000"/>
              </a:buClr>
              <a:buSzTx/>
              <a:buFont typeface="Wingdings" panose="05000000000000000000" pitchFamily="2" charset="2"/>
              <a:buChar char="§"/>
              <a:tabLst/>
            </a:pPr>
            <a:r>
              <a:rPr kumimoji="0" lang="en-US" altLang="en-US" sz="2000" i="1" u="none" strike="noStrike" cap="none" normalizeH="0" baseline="0" dirty="0">
                <a:ln>
                  <a:noFill/>
                </a:ln>
                <a:effectLst/>
                <a:latin typeface="Arial" panose="020B0604020202020204" pitchFamily="34" charset="0"/>
              </a:rPr>
              <a:t>Distribution of Tickets by Request Category</a:t>
            </a:r>
          </a:p>
        </p:txBody>
      </p:sp>
    </p:spTree>
    <p:extLst>
      <p:ext uri="{BB962C8B-B14F-4D97-AF65-F5344CB8AC3E}">
        <p14:creationId xmlns:p14="http://schemas.microsoft.com/office/powerpoint/2010/main" val="537377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4647051-EA38-164C-7A5D-2413830B0A38}"/>
              </a:ext>
            </a:extLst>
          </p:cNvPr>
          <p:cNvSpPr>
            <a:spLocks noGrp="1"/>
          </p:cNvSpPr>
          <p:nvPr>
            <p:ph type="title"/>
          </p:nvPr>
        </p:nvSpPr>
        <p:spPr>
          <a:xfrm>
            <a:off x="283779" y="314631"/>
            <a:ext cx="9049407" cy="894059"/>
          </a:xfrm>
        </p:spPr>
        <p:txBody>
          <a:bodyPr>
            <a:noAutofit/>
            <a:scene3d>
              <a:camera prst="orthographicFront"/>
              <a:lightRig rig="soft" dir="t">
                <a:rot lat="0" lon="0" rev="15600000"/>
              </a:lightRig>
            </a:scene3d>
            <a:sp3d extrusionH="57150" prstMaterial="softEdge">
              <a:bevelT w="25400" h="38100"/>
            </a:sp3d>
          </a:bodyPr>
          <a:lstStyle/>
          <a:p>
            <a:pPr marL="571500" indent="-571500" algn="ctr">
              <a:buFont typeface="Wingdings" panose="05000000000000000000" pitchFamily="2" charset="2"/>
              <a:buChar char="v"/>
            </a:pPr>
            <a:r>
              <a:rPr lang="en-US" sz="4000" b="1" i="1" dirty="0">
                <a:ln/>
                <a:solidFill>
                  <a:srgbClr val="7030A0"/>
                </a:solidFill>
              </a:rPr>
              <a:t>Volume of Tickets over Time(years)</a:t>
            </a:r>
            <a:endParaRPr lang="en-IN" sz="4000" b="1" i="1" dirty="0">
              <a:ln/>
              <a:solidFill>
                <a:srgbClr val="7030A0"/>
              </a:solidFill>
            </a:endParaRPr>
          </a:p>
        </p:txBody>
      </p:sp>
      <p:sp>
        <p:nvSpPr>
          <p:cNvPr id="6" name="Text Placeholder 5">
            <a:extLst>
              <a:ext uri="{FF2B5EF4-FFF2-40B4-BE49-F238E27FC236}">
                <a16:creationId xmlns:a16="http://schemas.microsoft.com/office/drawing/2014/main" id="{B3BA9F74-1C0C-E1F4-63D2-798DAFFC5CD9}"/>
              </a:ext>
            </a:extLst>
          </p:cNvPr>
          <p:cNvSpPr>
            <a:spLocks noGrp="1"/>
          </p:cNvSpPr>
          <p:nvPr>
            <p:ph type="body" sz="half" idx="2"/>
          </p:nvPr>
        </p:nvSpPr>
        <p:spPr>
          <a:xfrm>
            <a:off x="754626" y="2333296"/>
            <a:ext cx="4417142" cy="4377219"/>
          </a:xfrm>
        </p:spPr>
        <p:txBody>
          <a:bodyPr>
            <a:noAutofit/>
          </a:bodyPr>
          <a:lstStyle/>
          <a:p>
            <a:pPr marL="285750" indent="-285750">
              <a:buClr>
                <a:srgbClr val="FF0000"/>
              </a:buClr>
              <a:buFont typeface="Wingdings" panose="05000000000000000000" pitchFamily="2" charset="2"/>
              <a:buChar char="§"/>
            </a:pPr>
            <a:r>
              <a:rPr lang="en-US" sz="2000" i="1" dirty="0"/>
              <a:t>Tickets volume has steadily increased over the years.</a:t>
            </a:r>
          </a:p>
          <a:p>
            <a:pPr marL="285750" indent="-285750">
              <a:buClr>
                <a:srgbClr val="FF0000"/>
              </a:buClr>
              <a:buFont typeface="Wingdings" panose="05000000000000000000" pitchFamily="2" charset="2"/>
              <a:buChar char="§"/>
            </a:pPr>
            <a:r>
              <a:rPr lang="en-US" sz="2000" i="1" dirty="0"/>
              <a:t>Spikes were noticed in 2018 and 2019, with the highest spike in 2020.</a:t>
            </a:r>
          </a:p>
          <a:p>
            <a:pPr marL="285750" indent="-285750">
              <a:buClr>
                <a:srgbClr val="FF0000"/>
              </a:buClr>
              <a:buFont typeface="Wingdings" panose="05000000000000000000" pitchFamily="2" charset="2"/>
              <a:buChar char="§"/>
            </a:pPr>
            <a:r>
              <a:rPr lang="en-US" sz="2000" i="1" dirty="0"/>
              <a:t>Volume of Tickets increases but number of agents has remained constant over the years, resulting in a higher workload</a:t>
            </a:r>
            <a:r>
              <a:rPr lang="en-US" b="1" i="1" dirty="0"/>
              <a:t>.</a:t>
            </a:r>
            <a:endParaRPr lang="en-IN" b="1" i="1" dirty="0"/>
          </a:p>
        </p:txBody>
      </p:sp>
      <p:pic>
        <p:nvPicPr>
          <p:cNvPr id="7" name="Content Placeholder 6">
            <a:extLst>
              <a:ext uri="{FF2B5EF4-FFF2-40B4-BE49-F238E27FC236}">
                <a16:creationId xmlns:a16="http://schemas.microsoft.com/office/drawing/2014/main" id="{0DF17D5C-0261-755D-6B57-1C2DDD922D6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644055" y="2333295"/>
            <a:ext cx="5793319" cy="2942898"/>
          </a:xfrm>
          <a:prstGeom prst="rect">
            <a:avLst/>
          </a:prstGeom>
        </p:spPr>
      </p:pic>
    </p:spTree>
    <p:extLst>
      <p:ext uri="{BB962C8B-B14F-4D97-AF65-F5344CB8AC3E}">
        <p14:creationId xmlns:p14="http://schemas.microsoft.com/office/powerpoint/2010/main" val="42132298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55567-3D4A-A71E-8B1F-63B2EEF9E6AC}"/>
              </a:ext>
            </a:extLst>
          </p:cNvPr>
          <p:cNvSpPr>
            <a:spLocks noGrp="1"/>
          </p:cNvSpPr>
          <p:nvPr>
            <p:ph type="title"/>
          </p:nvPr>
        </p:nvSpPr>
        <p:spPr>
          <a:xfrm>
            <a:off x="178675" y="540773"/>
            <a:ext cx="8597463" cy="625875"/>
          </a:xfrm>
        </p:spPr>
        <p:txBody>
          <a:bodyPr>
            <a:noAutofit/>
            <a:scene3d>
              <a:camera prst="orthographicFront"/>
              <a:lightRig rig="soft" dir="t">
                <a:rot lat="0" lon="0" rev="15600000"/>
              </a:lightRig>
            </a:scene3d>
            <a:sp3d extrusionH="57150" prstMaterial="softEdge">
              <a:bevelT w="25400" h="38100"/>
            </a:sp3d>
          </a:bodyPr>
          <a:lstStyle/>
          <a:p>
            <a:pPr marL="457200" indent="-457200" algn="ctr">
              <a:buFont typeface="Wingdings" panose="05000000000000000000" pitchFamily="2" charset="2"/>
              <a:buChar char="v"/>
            </a:pPr>
            <a:r>
              <a:rPr lang="en-US" sz="4000" b="1" i="1" dirty="0">
                <a:ln/>
                <a:solidFill>
                  <a:srgbClr val="7030A0"/>
                </a:solidFill>
              </a:rPr>
              <a:t>Distribution of Tickets by Severity</a:t>
            </a:r>
            <a:endParaRPr lang="en-IN" sz="4000" b="1" i="1" dirty="0">
              <a:ln/>
              <a:solidFill>
                <a:srgbClr val="7030A0"/>
              </a:solidFill>
            </a:endParaRPr>
          </a:p>
        </p:txBody>
      </p:sp>
      <p:sp>
        <p:nvSpPr>
          <p:cNvPr id="4" name="Text Placeholder 3">
            <a:extLst>
              <a:ext uri="{FF2B5EF4-FFF2-40B4-BE49-F238E27FC236}">
                <a16:creationId xmlns:a16="http://schemas.microsoft.com/office/drawing/2014/main" id="{E93D2B83-0DEA-7349-98F2-06ABD940746D}"/>
              </a:ext>
            </a:extLst>
          </p:cNvPr>
          <p:cNvSpPr>
            <a:spLocks noGrp="1"/>
          </p:cNvSpPr>
          <p:nvPr>
            <p:ph type="body" sz="half" idx="2"/>
          </p:nvPr>
        </p:nvSpPr>
        <p:spPr>
          <a:xfrm>
            <a:off x="685800" y="2295366"/>
            <a:ext cx="4417142" cy="4180855"/>
          </a:xfrm>
        </p:spPr>
        <p:txBody>
          <a:bodyPr>
            <a:normAutofit/>
          </a:bodyPr>
          <a:lstStyle/>
          <a:p>
            <a:pPr marL="285750" indent="-285750">
              <a:buClr>
                <a:srgbClr val="FF0000"/>
              </a:buClr>
              <a:buFont typeface="Wingdings" panose="05000000000000000000" pitchFamily="2" charset="2"/>
              <a:buChar char="§"/>
            </a:pPr>
            <a:r>
              <a:rPr lang="en-IN" sz="2000" i="1" dirty="0"/>
              <a:t>There is mis-match between severity &amp; priority, as</a:t>
            </a:r>
            <a:r>
              <a:rPr lang="en-US" sz="2000" i="1" dirty="0"/>
              <a:t> large number of Normal severity tickets remain unassigned.</a:t>
            </a:r>
            <a:endParaRPr lang="en-IN" sz="2000" i="1" dirty="0"/>
          </a:p>
          <a:p>
            <a:pPr marL="285750" indent="-285750">
              <a:buClr>
                <a:srgbClr val="FF0000"/>
              </a:buClr>
              <a:buFont typeface="Wingdings" panose="05000000000000000000" pitchFamily="2" charset="2"/>
              <a:buChar char="§"/>
            </a:pPr>
            <a:r>
              <a:rPr lang="en-US" sz="2000" i="1" dirty="0"/>
              <a:t>Major, Minor, Urgent, and Unclassified tickets have the least unassigned volume.</a:t>
            </a:r>
            <a:endParaRPr lang="en-IN" sz="2000" i="1" dirty="0"/>
          </a:p>
        </p:txBody>
      </p:sp>
      <p:pic>
        <p:nvPicPr>
          <p:cNvPr id="8" name="Content Placeholder 7">
            <a:extLst>
              <a:ext uri="{FF2B5EF4-FFF2-40B4-BE49-F238E27FC236}">
                <a16:creationId xmlns:a16="http://schemas.microsoft.com/office/drawing/2014/main" id="{0D8B6085-F883-E39C-1978-AC114A31CA6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475514" y="2295366"/>
            <a:ext cx="6030686" cy="2810033"/>
          </a:xfrm>
          <a:prstGeom prst="rect">
            <a:avLst/>
          </a:prstGeom>
        </p:spPr>
      </p:pic>
    </p:spTree>
    <p:extLst>
      <p:ext uri="{BB962C8B-B14F-4D97-AF65-F5344CB8AC3E}">
        <p14:creationId xmlns:p14="http://schemas.microsoft.com/office/powerpoint/2010/main" val="25788667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278AD5-72FC-07CF-270E-0D46D61BEB17}"/>
              </a:ext>
            </a:extLst>
          </p:cNvPr>
          <p:cNvSpPr>
            <a:spLocks noGrp="1"/>
          </p:cNvSpPr>
          <p:nvPr>
            <p:ph type="title"/>
          </p:nvPr>
        </p:nvSpPr>
        <p:spPr>
          <a:xfrm>
            <a:off x="68826" y="334297"/>
            <a:ext cx="9779367" cy="706227"/>
          </a:xfrm>
        </p:spPr>
        <p:txBody>
          <a:bodyPr>
            <a:noAutofit/>
            <a:scene3d>
              <a:camera prst="orthographicFront"/>
              <a:lightRig rig="soft" dir="t">
                <a:rot lat="0" lon="0" rev="15600000"/>
              </a:lightRig>
            </a:scene3d>
            <a:sp3d extrusionH="57150" prstMaterial="softEdge">
              <a:bevelT w="25400" h="38100"/>
            </a:sp3d>
          </a:bodyPr>
          <a:lstStyle/>
          <a:p>
            <a:pPr marL="457200" indent="-457200" algn="ctr">
              <a:buFont typeface="Wingdings" panose="05000000000000000000" pitchFamily="2" charset="2"/>
              <a:buChar char="v"/>
            </a:pPr>
            <a:r>
              <a:rPr lang="en-US" sz="4000" b="1" i="1" dirty="0">
                <a:ln/>
                <a:solidFill>
                  <a:srgbClr val="7030A0"/>
                </a:solidFill>
              </a:rPr>
              <a:t>Volume of Tickets by Request Category</a:t>
            </a:r>
            <a:endParaRPr lang="en-IN" sz="4000" b="1" i="1" dirty="0">
              <a:ln/>
              <a:solidFill>
                <a:srgbClr val="7030A0"/>
              </a:solidFill>
            </a:endParaRPr>
          </a:p>
        </p:txBody>
      </p:sp>
      <p:sp>
        <p:nvSpPr>
          <p:cNvPr id="4" name="Text Placeholder 3">
            <a:extLst>
              <a:ext uri="{FF2B5EF4-FFF2-40B4-BE49-F238E27FC236}">
                <a16:creationId xmlns:a16="http://schemas.microsoft.com/office/drawing/2014/main" id="{FE6F8C9C-5474-070D-A666-0DF00F6934ED}"/>
              </a:ext>
            </a:extLst>
          </p:cNvPr>
          <p:cNvSpPr>
            <a:spLocks noGrp="1"/>
          </p:cNvSpPr>
          <p:nvPr>
            <p:ph type="body" sz="half" idx="2"/>
          </p:nvPr>
        </p:nvSpPr>
        <p:spPr>
          <a:xfrm>
            <a:off x="685798" y="2166763"/>
            <a:ext cx="4243553" cy="4243868"/>
          </a:xfrm>
        </p:spPr>
        <p:txBody>
          <a:bodyPr>
            <a:normAutofit/>
          </a:bodyPr>
          <a:lstStyle/>
          <a:p>
            <a:pPr marL="285750" indent="-285750">
              <a:buClr>
                <a:srgbClr val="FF0000"/>
              </a:buClr>
              <a:buFont typeface="Wingdings" panose="05000000000000000000" pitchFamily="2" charset="2"/>
              <a:buChar char="§"/>
            </a:pPr>
            <a:r>
              <a:rPr lang="en-US" sz="2000" i="1" dirty="0"/>
              <a:t>System and Login Access requests together account for nearly 75% of total ticket volume, indicating that most support demand is concentrated around system operations and access management.</a:t>
            </a:r>
            <a:endParaRPr lang="en-IN" sz="2000" i="1" dirty="0"/>
          </a:p>
          <a:p>
            <a:pPr marL="285750" indent="-285750">
              <a:buClr>
                <a:srgbClr val="FF0000"/>
              </a:buClr>
              <a:buFont typeface="Wingdings" panose="05000000000000000000" pitchFamily="2" charset="2"/>
              <a:buChar char="§"/>
            </a:pPr>
            <a:r>
              <a:rPr lang="en-IN" sz="2000" i="1" dirty="0"/>
              <a:t>System-related tickets represent the largest share(40%), followed by Login access(30%),Software(20%) and Hardware(10%).</a:t>
            </a:r>
          </a:p>
        </p:txBody>
      </p:sp>
      <p:pic>
        <p:nvPicPr>
          <p:cNvPr id="8" name="Content Placeholder 7">
            <a:extLst>
              <a:ext uri="{FF2B5EF4-FFF2-40B4-BE49-F238E27FC236}">
                <a16:creationId xmlns:a16="http://schemas.microsoft.com/office/drawing/2014/main" id="{86AC35AD-7821-E91F-0797-ED36B50D398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580993" y="2166762"/>
            <a:ext cx="5822731" cy="3487804"/>
          </a:xfrm>
          <a:prstGeom prst="rect">
            <a:avLst/>
          </a:prstGeom>
        </p:spPr>
      </p:pic>
    </p:spTree>
    <p:extLst>
      <p:ext uri="{BB962C8B-B14F-4D97-AF65-F5344CB8AC3E}">
        <p14:creationId xmlns:p14="http://schemas.microsoft.com/office/powerpoint/2010/main" val="24521336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BF49B-B695-D559-48EA-9354CE2EC487}"/>
              </a:ext>
            </a:extLst>
          </p:cNvPr>
          <p:cNvSpPr>
            <a:spLocks noGrp="1"/>
          </p:cNvSpPr>
          <p:nvPr>
            <p:ph type="title"/>
          </p:nvPr>
        </p:nvSpPr>
        <p:spPr>
          <a:xfrm>
            <a:off x="73572" y="383458"/>
            <a:ext cx="6783597" cy="615025"/>
          </a:xfrm>
        </p:spPr>
        <p:txBody>
          <a:bodyPr>
            <a:noAutofit/>
            <a:scene3d>
              <a:camera prst="orthographicFront"/>
              <a:lightRig rig="soft" dir="t">
                <a:rot lat="0" lon="0" rev="15600000"/>
              </a:lightRig>
            </a:scene3d>
            <a:sp3d extrusionH="57150" prstMaterial="softEdge">
              <a:bevelT w="25400" h="38100"/>
            </a:sp3d>
          </a:bodyPr>
          <a:lstStyle/>
          <a:p>
            <a:pPr marL="457200" indent="-457200">
              <a:buFont typeface="Wingdings" panose="05000000000000000000" pitchFamily="2" charset="2"/>
              <a:buChar char="v"/>
            </a:pPr>
            <a:r>
              <a:rPr lang="en-US" sz="4000" b="1" i="1" dirty="0">
                <a:ln/>
                <a:solidFill>
                  <a:srgbClr val="7030A0"/>
                </a:solidFill>
              </a:rPr>
              <a:t>Peak &amp; off-peak Months</a:t>
            </a:r>
            <a:endParaRPr lang="en-IN" sz="4000" b="1" i="1" dirty="0">
              <a:ln/>
              <a:solidFill>
                <a:srgbClr val="7030A0"/>
              </a:solidFill>
            </a:endParaRPr>
          </a:p>
        </p:txBody>
      </p:sp>
      <p:sp>
        <p:nvSpPr>
          <p:cNvPr id="4" name="Text Placeholder 3">
            <a:extLst>
              <a:ext uri="{FF2B5EF4-FFF2-40B4-BE49-F238E27FC236}">
                <a16:creationId xmlns:a16="http://schemas.microsoft.com/office/drawing/2014/main" id="{6BEB23EC-5AE8-3F67-3872-535AB797039B}"/>
              </a:ext>
            </a:extLst>
          </p:cNvPr>
          <p:cNvSpPr>
            <a:spLocks noGrp="1"/>
          </p:cNvSpPr>
          <p:nvPr>
            <p:ph type="body" sz="half" idx="2"/>
          </p:nvPr>
        </p:nvSpPr>
        <p:spPr>
          <a:xfrm>
            <a:off x="206477" y="1599203"/>
            <a:ext cx="5048695" cy="5076900"/>
          </a:xfrm>
        </p:spPr>
        <p:txBody>
          <a:bodyPr>
            <a:normAutofit/>
          </a:bodyPr>
          <a:lstStyle/>
          <a:p>
            <a:pPr marL="285750" indent="-285750">
              <a:buClr>
                <a:srgbClr val="FF0000"/>
              </a:buClr>
              <a:buFont typeface="Wingdings" panose="05000000000000000000" pitchFamily="2" charset="2"/>
              <a:buChar char="§"/>
            </a:pPr>
            <a:r>
              <a:rPr lang="en-US" sz="2000" i="1" dirty="0"/>
              <a:t>Peak months with more than 8,400 tickets are August, October, and December, while off-peak months with less than 8,000 tickets are January, February, and April.</a:t>
            </a:r>
            <a:endParaRPr lang="en-IN" sz="2000" i="1" dirty="0"/>
          </a:p>
          <a:p>
            <a:pPr marL="285750" indent="-285750">
              <a:buClr>
                <a:srgbClr val="FF0000"/>
              </a:buClr>
              <a:buFont typeface="Wingdings" panose="05000000000000000000" pitchFamily="2" charset="2"/>
              <a:buChar char="§"/>
            </a:pPr>
            <a:r>
              <a:rPr lang="en-US" sz="2000" i="1" dirty="0"/>
              <a:t>Agents have steadily improved the average satisfaction rate from 3.97 in 2016 to 4.16 in 2020.</a:t>
            </a:r>
            <a:endParaRPr lang="en-IN" sz="2000" i="1" dirty="0"/>
          </a:p>
          <a:p>
            <a:pPr marL="285750" indent="-285750">
              <a:buClr>
                <a:srgbClr val="FF0000"/>
              </a:buClr>
              <a:buFont typeface="Wingdings" panose="05000000000000000000" pitchFamily="2" charset="2"/>
              <a:buChar char="§"/>
            </a:pPr>
            <a:r>
              <a:rPr lang="en-US" sz="2000" i="1" dirty="0"/>
              <a:t>Highest monthly satisfaction is recorded in January, July, and April, while lowest satisfaction is in June, despite good volume of tickets(8,141) tickets).</a:t>
            </a:r>
            <a:endParaRPr lang="en-IN" sz="2000" i="1" dirty="0"/>
          </a:p>
          <a:p>
            <a:pPr marL="285750" indent="-285750">
              <a:buFont typeface="Arial" panose="020B0604020202020204" pitchFamily="34" charset="0"/>
              <a:buChar char="•"/>
            </a:pPr>
            <a:endParaRPr lang="en-IN" b="1" i="1" dirty="0"/>
          </a:p>
        </p:txBody>
      </p:sp>
      <p:pic>
        <p:nvPicPr>
          <p:cNvPr id="8" name="Content Placeholder 7">
            <a:extLst>
              <a:ext uri="{FF2B5EF4-FFF2-40B4-BE49-F238E27FC236}">
                <a16:creationId xmlns:a16="http://schemas.microsoft.com/office/drawing/2014/main" id="{9AF959A6-CB39-C65E-16FD-41589F0E9DC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255172" y="1599203"/>
            <a:ext cx="6783597" cy="3330148"/>
          </a:xfrm>
          <a:prstGeom prst="rect">
            <a:avLst/>
          </a:prstGeom>
        </p:spPr>
      </p:pic>
    </p:spTree>
    <p:extLst>
      <p:ext uri="{BB962C8B-B14F-4D97-AF65-F5344CB8AC3E}">
        <p14:creationId xmlns:p14="http://schemas.microsoft.com/office/powerpoint/2010/main" val="19057391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93E50E-3D2F-2CAE-3535-C46A0160CB4F}"/>
              </a:ext>
            </a:extLst>
          </p:cNvPr>
          <p:cNvSpPr>
            <a:spLocks noGrp="1"/>
          </p:cNvSpPr>
          <p:nvPr>
            <p:ph type="title"/>
          </p:nvPr>
        </p:nvSpPr>
        <p:spPr>
          <a:xfrm>
            <a:off x="0" y="265471"/>
            <a:ext cx="10342179" cy="1258529"/>
          </a:xfrm>
        </p:spPr>
        <p:txBody>
          <a:bodyPr>
            <a:noAutofit/>
            <a:scene3d>
              <a:camera prst="orthographicFront"/>
              <a:lightRig rig="soft" dir="t">
                <a:rot lat="0" lon="0" rev="15600000"/>
              </a:lightRig>
            </a:scene3d>
            <a:sp3d extrusionH="57150" prstMaterial="softEdge">
              <a:bevelT w="25400" h="38100"/>
            </a:sp3d>
          </a:bodyPr>
          <a:lstStyle/>
          <a:p>
            <a:pPr marL="457200" indent="-457200" algn="ctr">
              <a:buFont typeface="Wingdings" panose="05000000000000000000" pitchFamily="2" charset="2"/>
              <a:buChar char="v"/>
            </a:pPr>
            <a:r>
              <a:rPr lang="en-US" sz="4000" b="1" i="1" dirty="0">
                <a:ln/>
                <a:solidFill>
                  <a:srgbClr val="7030A0"/>
                </a:solidFill>
              </a:rPr>
              <a:t>Average Resolution time(days) by Request category</a:t>
            </a:r>
            <a:endParaRPr lang="en-IN" sz="4000" b="1" i="1" dirty="0">
              <a:ln/>
              <a:solidFill>
                <a:srgbClr val="7030A0"/>
              </a:solidFill>
            </a:endParaRPr>
          </a:p>
        </p:txBody>
      </p:sp>
      <p:pic>
        <p:nvPicPr>
          <p:cNvPr id="36" name="Content Placeholder 35">
            <a:extLst>
              <a:ext uri="{FF2B5EF4-FFF2-40B4-BE49-F238E27FC236}">
                <a16:creationId xmlns:a16="http://schemas.microsoft.com/office/drawing/2014/main" id="{0CC5EDB8-3598-6FA7-E787-1B8337A11B8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938346" y="2133420"/>
            <a:ext cx="5948854" cy="3500125"/>
          </a:xfrm>
          <a:prstGeom prst="rect">
            <a:avLst/>
          </a:prstGeom>
        </p:spPr>
      </p:pic>
      <p:sp>
        <p:nvSpPr>
          <p:cNvPr id="4" name="Text Placeholder 3">
            <a:extLst>
              <a:ext uri="{FF2B5EF4-FFF2-40B4-BE49-F238E27FC236}">
                <a16:creationId xmlns:a16="http://schemas.microsoft.com/office/drawing/2014/main" id="{AF941E7C-DAF2-3177-FF13-AD1BFE4F025F}"/>
              </a:ext>
            </a:extLst>
          </p:cNvPr>
          <p:cNvSpPr>
            <a:spLocks noGrp="1"/>
          </p:cNvSpPr>
          <p:nvPr>
            <p:ph type="body" sz="half" idx="2"/>
          </p:nvPr>
        </p:nvSpPr>
        <p:spPr>
          <a:xfrm>
            <a:off x="-9833" y="1912884"/>
            <a:ext cx="5401640" cy="4871374"/>
          </a:xfrm>
        </p:spPr>
        <p:txBody>
          <a:bodyPr>
            <a:noAutofit/>
          </a:bodyPr>
          <a:lstStyle/>
          <a:p>
            <a:pPr marL="285750" indent="-285750">
              <a:buClr>
                <a:srgbClr val="FF0000"/>
              </a:buClr>
              <a:buFont typeface="Wingdings" panose="05000000000000000000" pitchFamily="2" charset="2"/>
              <a:buChar char="§"/>
            </a:pPr>
            <a:r>
              <a:rPr lang="en-US" sz="2000" i="1" dirty="0"/>
              <a:t>Hardware and System tickets have the longest average resolution times, 7.6 days and 6.6 days respectively, indicating higher technical complexity.</a:t>
            </a:r>
            <a:endParaRPr lang="en-IN" sz="2000" i="1" dirty="0"/>
          </a:p>
          <a:p>
            <a:pPr marL="285750" indent="-285750">
              <a:buClr>
                <a:srgbClr val="FF0000"/>
              </a:buClr>
              <a:buFont typeface="Wingdings" panose="05000000000000000000" pitchFamily="2" charset="2"/>
              <a:buChar char="§"/>
            </a:pPr>
            <a:r>
              <a:rPr lang="en-US" sz="2000" i="1" dirty="0"/>
              <a:t>Login Access tickets are resolved the fastest, taking only about 1/2 day (0.3 day),while Software tickets take a moderate 5.2 days on average.</a:t>
            </a:r>
            <a:endParaRPr lang="en-IN" sz="2000" i="1" dirty="0"/>
          </a:p>
          <a:p>
            <a:pPr marL="285750" indent="-285750">
              <a:buClr>
                <a:srgbClr val="FF0000"/>
              </a:buClr>
              <a:buFont typeface="Wingdings" panose="05000000000000000000" pitchFamily="2" charset="2"/>
              <a:buChar char="§"/>
            </a:pPr>
            <a:r>
              <a:rPr lang="en-US" sz="2000" i="1" dirty="0"/>
              <a:t>For Normal (7.8 days), Minor (6.7 days), and Unclassified (6.4 days) severities, Hardware tickets consistently take longer time to resolve than other categories—except for Urgent tickets, where Hardware issues are resolved fastest (2.7 days).</a:t>
            </a:r>
            <a:endParaRPr lang="en-IN" sz="2000" i="1" dirty="0"/>
          </a:p>
        </p:txBody>
      </p:sp>
    </p:spTree>
    <p:extLst>
      <p:ext uri="{BB962C8B-B14F-4D97-AF65-F5344CB8AC3E}">
        <p14:creationId xmlns:p14="http://schemas.microsoft.com/office/powerpoint/2010/main" val="20172196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07CC26-0E52-76EB-2281-3DC342B8DEB0}"/>
              </a:ext>
            </a:extLst>
          </p:cNvPr>
          <p:cNvSpPr>
            <a:spLocks noGrp="1"/>
          </p:cNvSpPr>
          <p:nvPr>
            <p:ph type="title"/>
          </p:nvPr>
        </p:nvSpPr>
        <p:spPr>
          <a:xfrm>
            <a:off x="105103" y="206477"/>
            <a:ext cx="11595285" cy="1496199"/>
          </a:xfrm>
        </p:spPr>
        <p:txBody>
          <a:bodyPr>
            <a:noAutofit/>
            <a:scene3d>
              <a:camera prst="orthographicFront"/>
              <a:lightRig rig="soft" dir="t">
                <a:rot lat="0" lon="0" rev="15600000"/>
              </a:lightRig>
            </a:scene3d>
            <a:sp3d extrusionH="57150" prstMaterial="softEdge">
              <a:bevelT w="25400" h="38100"/>
            </a:sp3d>
          </a:bodyPr>
          <a:lstStyle/>
          <a:p>
            <a:pPr marL="571500" indent="-571500">
              <a:buFont typeface="Wingdings" panose="05000000000000000000" pitchFamily="2" charset="2"/>
              <a:buChar char="v"/>
            </a:pPr>
            <a:r>
              <a:rPr lang="en-US" sz="4000" b="1" i="1" dirty="0">
                <a:ln/>
                <a:solidFill>
                  <a:srgbClr val="7030A0"/>
                </a:solidFill>
              </a:rPr>
              <a:t>Volume of Ticket, Avg. Satisfaction Rate &amp; Avg. Resolution Time(Days) By Age-Group</a:t>
            </a:r>
            <a:endParaRPr lang="en-IN" sz="4000" b="1" i="1" dirty="0">
              <a:ln/>
              <a:solidFill>
                <a:srgbClr val="7030A0"/>
              </a:solidFill>
            </a:endParaRPr>
          </a:p>
        </p:txBody>
      </p:sp>
      <p:sp>
        <p:nvSpPr>
          <p:cNvPr id="4" name="Text Placeholder 3">
            <a:extLst>
              <a:ext uri="{FF2B5EF4-FFF2-40B4-BE49-F238E27FC236}">
                <a16:creationId xmlns:a16="http://schemas.microsoft.com/office/drawing/2014/main" id="{8DB41628-5E9D-9E30-9489-7D6EBAB053A5}"/>
              </a:ext>
            </a:extLst>
          </p:cNvPr>
          <p:cNvSpPr>
            <a:spLocks noGrp="1"/>
          </p:cNvSpPr>
          <p:nvPr>
            <p:ph type="body" sz="half" idx="2"/>
          </p:nvPr>
        </p:nvSpPr>
        <p:spPr>
          <a:xfrm>
            <a:off x="0" y="2375338"/>
            <a:ext cx="5417574" cy="4276184"/>
          </a:xfrm>
        </p:spPr>
        <p:txBody>
          <a:bodyPr>
            <a:normAutofit/>
          </a:bodyPr>
          <a:lstStyle/>
          <a:p>
            <a:pPr marL="285750" indent="-285750">
              <a:buClr>
                <a:srgbClr val="FF0000"/>
              </a:buClr>
              <a:buFont typeface="Wingdings" panose="05000000000000000000" pitchFamily="2" charset="2"/>
              <a:buChar char="§"/>
            </a:pPr>
            <a:r>
              <a:rPr lang="en-US" sz="2000" i="1" dirty="0"/>
              <a:t>The age groups 40–44 and 45–49 handle the most tickets, each managing over 21,000, while younger age group (25-29) handle less than 10,000 tickets.</a:t>
            </a:r>
          </a:p>
          <a:p>
            <a:pPr marL="285750" indent="-285750">
              <a:buClr>
                <a:srgbClr val="FF0000"/>
              </a:buClr>
              <a:buFont typeface="Wingdings" panose="05000000000000000000" pitchFamily="2" charset="2"/>
              <a:buChar char="§"/>
            </a:pPr>
            <a:r>
              <a:rPr lang="en-US" sz="2000" i="1" dirty="0"/>
              <a:t>Two age groups 35–39 &amp; 45–49 have the highest avg. resolution time and the lowest avg. satisfaction.</a:t>
            </a:r>
          </a:p>
          <a:p>
            <a:pPr marL="285750" indent="-285750">
              <a:buClr>
                <a:srgbClr val="FF0000"/>
              </a:buClr>
              <a:buFont typeface="Wingdings" panose="05000000000000000000" pitchFamily="2" charset="2"/>
              <a:buChar char="§"/>
            </a:pPr>
            <a:r>
              <a:rPr lang="en-US" sz="2000" i="1" dirty="0"/>
              <a:t>The most senior age group 50–55 and the youngest group 25–29 take the least time to resolve tickets.</a:t>
            </a:r>
          </a:p>
          <a:p>
            <a:pPr marL="285750" indent="-285750">
              <a:buClr>
                <a:srgbClr val="FF0000"/>
              </a:buClr>
              <a:buFont typeface="Wingdings" panose="05000000000000000000" pitchFamily="2" charset="2"/>
              <a:buChar char="§"/>
            </a:pPr>
            <a:r>
              <a:rPr lang="en-US" sz="2000" i="1" dirty="0"/>
              <a:t>Highest avg. satisfaction rate is observed in Three age groups 25–29, 30–34, and 50–55, showing better efficiency.</a:t>
            </a:r>
          </a:p>
        </p:txBody>
      </p:sp>
      <p:pic>
        <p:nvPicPr>
          <p:cNvPr id="7" name="Content Placeholder 6">
            <a:extLst>
              <a:ext uri="{FF2B5EF4-FFF2-40B4-BE49-F238E27FC236}">
                <a16:creationId xmlns:a16="http://schemas.microsoft.com/office/drawing/2014/main" id="{9AE714A3-26B4-0E16-A641-147073E2114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425678" y="2285841"/>
            <a:ext cx="6440501" cy="3326683"/>
          </a:xfrm>
          <a:prstGeom prst="rect">
            <a:avLst/>
          </a:prstGeom>
        </p:spPr>
      </p:pic>
    </p:spTree>
    <p:extLst>
      <p:ext uri="{BB962C8B-B14F-4D97-AF65-F5344CB8AC3E}">
        <p14:creationId xmlns:p14="http://schemas.microsoft.com/office/powerpoint/2010/main" val="41794181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4CCA16-B0E8-456B-D8D0-77DEA32457F4}"/>
              </a:ext>
            </a:extLst>
          </p:cNvPr>
          <p:cNvSpPr>
            <a:spLocks noGrp="1"/>
          </p:cNvSpPr>
          <p:nvPr>
            <p:ph type="title"/>
          </p:nvPr>
        </p:nvSpPr>
        <p:spPr>
          <a:xfrm>
            <a:off x="1883386" y="248746"/>
            <a:ext cx="7551174" cy="812799"/>
          </a:xfrm>
        </p:spPr>
        <p:txBody>
          <a:bodyPr>
            <a:normAutofit/>
            <a:scene3d>
              <a:camera prst="orthographicFront"/>
              <a:lightRig rig="soft" dir="t">
                <a:rot lat="0" lon="0" rev="15600000"/>
              </a:lightRig>
            </a:scene3d>
            <a:sp3d extrusionH="57150" prstMaterial="softEdge">
              <a:bevelT w="25400" h="38100"/>
            </a:sp3d>
          </a:bodyPr>
          <a:lstStyle/>
          <a:p>
            <a:pPr algn="ctr"/>
            <a:r>
              <a:rPr lang="en-US" sz="4000" b="1" i="1" dirty="0">
                <a:ln/>
                <a:solidFill>
                  <a:srgbClr val="7030A0"/>
                </a:solidFill>
                <a:latin typeface="Algerian" panose="04020705040A02060702" pitchFamily="82" charset="0"/>
              </a:rPr>
              <a:t>DASHBOARD</a:t>
            </a:r>
            <a:endParaRPr lang="en-IN" sz="4000" b="1" i="1" dirty="0">
              <a:ln/>
              <a:solidFill>
                <a:srgbClr val="7030A0"/>
              </a:solidFill>
              <a:latin typeface="Algerian" panose="04020705040A02060702" pitchFamily="82" charset="0"/>
            </a:endParaRPr>
          </a:p>
        </p:txBody>
      </p:sp>
      <p:pic>
        <p:nvPicPr>
          <p:cNvPr id="6" name="Content Placeholder 5">
            <a:extLst>
              <a:ext uri="{FF2B5EF4-FFF2-40B4-BE49-F238E27FC236}">
                <a16:creationId xmlns:a16="http://schemas.microsoft.com/office/drawing/2014/main" id="{4F2A80F7-AEF5-C5B3-DDFB-3F09D01BDFD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3572" y="1345324"/>
            <a:ext cx="12023835" cy="5512676"/>
          </a:xfrm>
          <a:prstGeom prst="rect">
            <a:avLst/>
          </a:prstGeom>
        </p:spPr>
      </p:pic>
    </p:spTree>
    <p:extLst>
      <p:ext uri="{BB962C8B-B14F-4D97-AF65-F5344CB8AC3E}">
        <p14:creationId xmlns:p14="http://schemas.microsoft.com/office/powerpoint/2010/main" val="12988266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013878-A682-FDC9-F7CD-DA50F218F506}"/>
              </a:ext>
            </a:extLst>
          </p:cNvPr>
          <p:cNvSpPr>
            <a:spLocks noGrp="1"/>
          </p:cNvSpPr>
          <p:nvPr>
            <p:ph type="title"/>
          </p:nvPr>
        </p:nvSpPr>
        <p:spPr>
          <a:xfrm>
            <a:off x="2851355" y="111759"/>
            <a:ext cx="5614219" cy="741681"/>
          </a:xfrm>
        </p:spPr>
        <p:txBody>
          <a:bodyPr>
            <a:normAutofit/>
            <a:scene3d>
              <a:camera prst="orthographicFront"/>
              <a:lightRig rig="soft" dir="t">
                <a:rot lat="0" lon="0" rev="15600000"/>
              </a:lightRig>
            </a:scene3d>
            <a:sp3d extrusionH="57150" prstMaterial="softEdge">
              <a:bevelT w="25400" h="38100"/>
            </a:sp3d>
          </a:bodyPr>
          <a:lstStyle/>
          <a:p>
            <a:pPr algn="ctr"/>
            <a:r>
              <a:rPr lang="en-US" sz="4000" b="1" i="1" dirty="0">
                <a:ln/>
                <a:solidFill>
                  <a:srgbClr val="7030A0"/>
                </a:solidFill>
              </a:rPr>
              <a:t>Recommendations</a:t>
            </a:r>
            <a:endParaRPr lang="en-IN" sz="4000" b="1" i="1" dirty="0">
              <a:ln/>
              <a:solidFill>
                <a:srgbClr val="7030A0"/>
              </a:solidFill>
            </a:endParaRPr>
          </a:p>
        </p:txBody>
      </p:sp>
      <p:sp>
        <p:nvSpPr>
          <p:cNvPr id="3" name="Content Placeholder 2">
            <a:extLst>
              <a:ext uri="{FF2B5EF4-FFF2-40B4-BE49-F238E27FC236}">
                <a16:creationId xmlns:a16="http://schemas.microsoft.com/office/drawing/2014/main" id="{BB40E15D-DC17-A237-947C-629671C95A58}"/>
              </a:ext>
            </a:extLst>
          </p:cNvPr>
          <p:cNvSpPr>
            <a:spLocks noGrp="1"/>
          </p:cNvSpPr>
          <p:nvPr>
            <p:ph idx="1"/>
          </p:nvPr>
        </p:nvSpPr>
        <p:spPr>
          <a:xfrm>
            <a:off x="0" y="1061545"/>
            <a:ext cx="12118428" cy="5349765"/>
          </a:xfrm>
        </p:spPr>
        <p:txBody>
          <a:bodyPr>
            <a:normAutofit/>
          </a:bodyPr>
          <a:lstStyle/>
          <a:p>
            <a:pPr>
              <a:buClr>
                <a:srgbClr val="FF0000"/>
              </a:buClr>
              <a:buFont typeface="Wingdings" panose="05000000000000000000" pitchFamily="2" charset="2"/>
              <a:buChar char="q"/>
            </a:pPr>
            <a:r>
              <a:rPr lang="en-US" sz="2000" i="1" dirty="0"/>
              <a:t>As ticket volume continues to increase, hiring additional agents must be considered to balance the workload and maintain satisfaction levels.</a:t>
            </a:r>
          </a:p>
          <a:p>
            <a:pPr>
              <a:buClr>
                <a:srgbClr val="FF0000"/>
              </a:buClr>
              <a:buFont typeface="Wingdings" panose="05000000000000000000" pitchFamily="2" charset="2"/>
              <a:buChar char="q"/>
            </a:pPr>
            <a:r>
              <a:rPr lang="en-US" sz="2000" i="1" dirty="0"/>
              <a:t>Ticketing system should be upgraded, to automatically match ticket severity with the correct priority level, ensuring faster assignment and better handling of critical issues. This will reduce delays, improve response time, and increase overall support efficiency.</a:t>
            </a:r>
            <a:endParaRPr lang="en-IN" sz="2000" i="1" dirty="0"/>
          </a:p>
          <a:p>
            <a:pPr>
              <a:buClr>
                <a:srgbClr val="FF0000"/>
              </a:buClr>
              <a:buFont typeface="Wingdings" panose="05000000000000000000" pitchFamily="2" charset="2"/>
              <a:buChar char="q"/>
            </a:pPr>
            <a:r>
              <a:rPr lang="en-US" sz="2000" i="1" dirty="0"/>
              <a:t>Focused on improving system performance and automating login access, since these two areas generate most of the support tickets.</a:t>
            </a:r>
          </a:p>
          <a:p>
            <a:pPr>
              <a:buClr>
                <a:srgbClr val="FF0000"/>
              </a:buClr>
              <a:buFont typeface="Wingdings" panose="05000000000000000000" pitchFamily="2" charset="2"/>
              <a:buChar char="q"/>
            </a:pPr>
            <a:r>
              <a:rPr lang="en-US" sz="2000" i="1" dirty="0"/>
              <a:t>During peak months, additional agents and resources are required to handle the increased ticket volume and maintain satisfaction rate.</a:t>
            </a:r>
          </a:p>
          <a:p>
            <a:pPr>
              <a:buClr>
                <a:srgbClr val="FF0000"/>
              </a:buClr>
              <a:buFont typeface="Wingdings" panose="05000000000000000000" pitchFamily="2" charset="2"/>
              <a:buChar char="q"/>
            </a:pPr>
            <a:r>
              <a:rPr lang="en-US" sz="2000" i="1" dirty="0"/>
              <a:t>Invest in skilled staff with strong troubleshooting skills to handle Hardware and System related-tickets faster &amp; improve Software ticket handling to reduce resolution time(days).</a:t>
            </a:r>
          </a:p>
          <a:p>
            <a:pPr>
              <a:buClr>
                <a:srgbClr val="FF0000"/>
              </a:buClr>
              <a:buFont typeface="Wingdings" panose="05000000000000000000" pitchFamily="2" charset="2"/>
              <a:buChar char="q"/>
            </a:pPr>
            <a:r>
              <a:rPr lang="en-US" sz="2000" i="1" dirty="0"/>
              <a:t>Provide additional training and support to age groups 35–39 and 45–49 to reduce resolution time and improve satisfaction.</a:t>
            </a:r>
          </a:p>
          <a:p>
            <a:pPr>
              <a:buClr>
                <a:srgbClr val="FF0000"/>
              </a:buClr>
              <a:buFont typeface="Wingdings" panose="05000000000000000000" pitchFamily="2" charset="2"/>
              <a:buChar char="q"/>
            </a:pPr>
            <a:r>
              <a:rPr lang="en-US" sz="2000" i="1" dirty="0"/>
              <a:t>Distribute the tickets in equal proportion to other age groups, so that high-volume groups (40–44 &amp; 45–49) don’t get overloaded.</a:t>
            </a:r>
          </a:p>
          <a:p>
            <a:pPr>
              <a:buClr>
                <a:srgbClr val="FF0000"/>
              </a:buClr>
              <a:buFont typeface="Wingdings" panose="05000000000000000000" pitchFamily="2" charset="2"/>
              <a:buChar char="q"/>
            </a:pPr>
            <a:endParaRPr lang="en-US" sz="1800" i="1" dirty="0"/>
          </a:p>
          <a:p>
            <a:pPr>
              <a:buFont typeface="Wingdings" panose="05000000000000000000" pitchFamily="2" charset="2"/>
              <a:buChar char="q"/>
            </a:pPr>
            <a:endParaRPr lang="en-IN" b="1" dirty="0">
              <a:solidFill>
                <a:srgbClr val="002060"/>
              </a:solidFill>
            </a:endParaRPr>
          </a:p>
        </p:txBody>
      </p:sp>
    </p:spTree>
    <p:extLst>
      <p:ext uri="{BB962C8B-B14F-4D97-AF65-F5344CB8AC3E}">
        <p14:creationId xmlns:p14="http://schemas.microsoft.com/office/powerpoint/2010/main" val="36622928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657F-6172-D025-5B94-3AAB6BDB5382}"/>
              </a:ext>
            </a:extLst>
          </p:cNvPr>
          <p:cNvSpPr>
            <a:spLocks noGrp="1"/>
          </p:cNvSpPr>
          <p:nvPr>
            <p:ph type="title"/>
          </p:nvPr>
        </p:nvSpPr>
        <p:spPr>
          <a:xfrm>
            <a:off x="875071" y="2172929"/>
            <a:ext cx="9920747" cy="3873910"/>
          </a:xfrm>
        </p:spPr>
        <p:txBody>
          <a:bodyPr>
            <a:normAutofit/>
          </a:bodyPr>
          <a:lstStyle/>
          <a:p>
            <a:pPr algn="ctr"/>
            <a:endParaRPr lang="en-IN" dirty="0">
              <a:solidFill>
                <a:srgbClr val="FF0000"/>
              </a:solidFill>
            </a:endParaRPr>
          </a:p>
        </p:txBody>
      </p:sp>
      <p:pic>
        <p:nvPicPr>
          <p:cNvPr id="4" name="Picture 3">
            <a:extLst>
              <a:ext uri="{FF2B5EF4-FFF2-40B4-BE49-F238E27FC236}">
                <a16:creationId xmlns:a16="http://schemas.microsoft.com/office/drawing/2014/main" id="{92901EC2-0AB7-7E21-5ECF-FE72FBCD52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9091" y="472966"/>
            <a:ext cx="10846676" cy="5812220"/>
          </a:xfrm>
          <a:prstGeom prst="rect">
            <a:avLst/>
          </a:prstGeom>
        </p:spPr>
      </p:pic>
    </p:spTree>
    <p:extLst>
      <p:ext uri="{BB962C8B-B14F-4D97-AF65-F5344CB8AC3E}">
        <p14:creationId xmlns:p14="http://schemas.microsoft.com/office/powerpoint/2010/main" val="40637781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1051</TotalTime>
  <Words>834</Words>
  <Application>Microsoft Office PowerPoint</Application>
  <PresentationFormat>Widescreen</PresentationFormat>
  <Paragraphs>64</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Algerian</vt:lpstr>
      <vt:lpstr>Aptos</vt:lpstr>
      <vt:lpstr>Aptos Display</vt:lpstr>
      <vt:lpstr>Arial</vt:lpstr>
      <vt:lpstr>Wingdings</vt:lpstr>
      <vt:lpstr>Office Theme</vt:lpstr>
      <vt:lpstr>IT TICKET ANALYSIS</vt:lpstr>
      <vt:lpstr>Problem statement</vt:lpstr>
      <vt:lpstr>AIMS</vt:lpstr>
      <vt:lpstr>Performance data</vt:lpstr>
      <vt:lpstr>KPIs Overview</vt:lpstr>
      <vt:lpstr>Volume of Tickets over Time(years)</vt:lpstr>
      <vt:lpstr>Distribution of Tickets by Severity</vt:lpstr>
      <vt:lpstr>Volume of Tickets by Request Category</vt:lpstr>
      <vt:lpstr>Peak &amp; off-peak Months</vt:lpstr>
      <vt:lpstr>Average Resolution time(days) by Request category</vt:lpstr>
      <vt:lpstr>Volume of Ticket, Avg. Satisfaction Rate &amp; Avg. Resolution Time(Days) By Age-Group</vt:lpstr>
      <vt:lpstr>DASHBOARD</vt:lpstr>
      <vt:lpstr>Recommendations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Ritik katiyar</dc:creator>
  <cp:lastModifiedBy>Ritik katiyar</cp:lastModifiedBy>
  <cp:revision>1</cp:revision>
  <dcterms:created xsi:type="dcterms:W3CDTF">2026-02-23T04:28:27Z</dcterms:created>
  <dcterms:modified xsi:type="dcterms:W3CDTF">2026-03-06T15:07:22Z</dcterms:modified>
</cp:coreProperties>
</file>